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637793-7093-4F0A-828F-ADE046CCF19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6E019EC-E622-401C-AF2D-E0120711143D}">
      <dgm:prSet/>
      <dgm:spPr/>
      <dgm:t>
        <a:bodyPr/>
        <a:lstStyle/>
        <a:p>
          <a:r>
            <a:rPr lang="en-US"/>
            <a:t>• Exposure to multiple industries</a:t>
          </a:r>
        </a:p>
      </dgm:t>
    </dgm:pt>
    <dgm:pt modelId="{FFD4615D-5936-4056-8759-1E1578E34A76}" type="parTrans" cxnId="{5AA52DD1-4E2A-4275-B32E-F1A5EB4A6BAC}">
      <dgm:prSet/>
      <dgm:spPr/>
      <dgm:t>
        <a:bodyPr/>
        <a:lstStyle/>
        <a:p>
          <a:endParaRPr lang="en-US"/>
        </a:p>
      </dgm:t>
    </dgm:pt>
    <dgm:pt modelId="{CAE37B8F-F521-410A-8A53-E0577E123FAB}" type="sibTrans" cxnId="{5AA52DD1-4E2A-4275-B32E-F1A5EB4A6BAC}">
      <dgm:prSet/>
      <dgm:spPr/>
      <dgm:t>
        <a:bodyPr/>
        <a:lstStyle/>
        <a:p>
          <a:endParaRPr lang="en-US"/>
        </a:p>
      </dgm:t>
    </dgm:pt>
    <dgm:pt modelId="{12A70489-BB6F-4B6F-99F3-9B5444CF1034}">
      <dgm:prSet/>
      <dgm:spPr/>
      <dgm:t>
        <a:bodyPr/>
        <a:lstStyle/>
        <a:p>
          <a:r>
            <a:rPr lang="en-US"/>
            <a:t>• Better work-life balance in core finance roles</a:t>
          </a:r>
        </a:p>
      </dgm:t>
    </dgm:pt>
    <dgm:pt modelId="{E3BC828B-3129-4581-AAED-D7C5E324ED4B}" type="parTrans" cxnId="{3A04D19C-5909-4785-B748-ED6D1E8402FB}">
      <dgm:prSet/>
      <dgm:spPr/>
      <dgm:t>
        <a:bodyPr/>
        <a:lstStyle/>
        <a:p>
          <a:endParaRPr lang="en-US"/>
        </a:p>
      </dgm:t>
    </dgm:pt>
    <dgm:pt modelId="{370C6803-7EDF-4735-9BD4-29539F972965}" type="sibTrans" cxnId="{3A04D19C-5909-4785-B748-ED6D1E8402FB}">
      <dgm:prSet/>
      <dgm:spPr/>
      <dgm:t>
        <a:bodyPr/>
        <a:lstStyle/>
        <a:p>
          <a:endParaRPr lang="en-US"/>
        </a:p>
      </dgm:t>
    </dgm:pt>
    <dgm:pt modelId="{4C06A82D-A3A7-49E1-BDF6-371FE19E4E7A}">
      <dgm:prSet/>
      <dgm:spPr/>
      <dgm:t>
        <a:bodyPr/>
        <a:lstStyle/>
        <a:p>
          <a:r>
            <a:rPr lang="en-US"/>
            <a:t>• Long-term career path towards CFO</a:t>
          </a:r>
        </a:p>
      </dgm:t>
    </dgm:pt>
    <dgm:pt modelId="{CD70E2EB-0670-46AF-A69A-C69220F179EA}" type="parTrans" cxnId="{766F073A-7173-450E-915E-19B4E8AD211C}">
      <dgm:prSet/>
      <dgm:spPr/>
      <dgm:t>
        <a:bodyPr/>
        <a:lstStyle/>
        <a:p>
          <a:endParaRPr lang="en-US"/>
        </a:p>
      </dgm:t>
    </dgm:pt>
    <dgm:pt modelId="{0FA175DD-FDAE-4448-9DF3-83A0707A0A3D}" type="sibTrans" cxnId="{766F073A-7173-450E-915E-19B4E8AD211C}">
      <dgm:prSet/>
      <dgm:spPr/>
      <dgm:t>
        <a:bodyPr/>
        <a:lstStyle/>
        <a:p>
          <a:endParaRPr lang="en-US"/>
        </a:p>
      </dgm:t>
    </dgm:pt>
    <dgm:pt modelId="{DB5227FB-CD1A-40B1-B40B-575D9BBE94D1}">
      <dgm:prSet/>
      <dgm:spPr/>
      <dgm:t>
        <a:bodyPr/>
        <a:lstStyle/>
        <a:p>
          <a:r>
            <a:rPr lang="en-US"/>
            <a:t>• Strong exit options and professional growth</a:t>
          </a:r>
        </a:p>
      </dgm:t>
    </dgm:pt>
    <dgm:pt modelId="{AC6881CB-98F2-4CB2-BABF-C2485050EED5}" type="parTrans" cxnId="{3129A6EC-3418-466D-976B-7184175B80CA}">
      <dgm:prSet/>
      <dgm:spPr/>
      <dgm:t>
        <a:bodyPr/>
        <a:lstStyle/>
        <a:p>
          <a:endParaRPr lang="en-US"/>
        </a:p>
      </dgm:t>
    </dgm:pt>
    <dgm:pt modelId="{2C1A813D-26FE-468C-95D1-FCF04B83672C}" type="sibTrans" cxnId="{3129A6EC-3418-466D-976B-7184175B80CA}">
      <dgm:prSet/>
      <dgm:spPr/>
      <dgm:t>
        <a:bodyPr/>
        <a:lstStyle/>
        <a:p>
          <a:endParaRPr lang="en-US"/>
        </a:p>
      </dgm:t>
    </dgm:pt>
    <dgm:pt modelId="{445A3499-E983-4CFC-9087-7ACCA8D40C09}" type="pres">
      <dgm:prSet presAssocID="{DB637793-7093-4F0A-828F-ADE046CCF19A}" presName="linear" presStyleCnt="0">
        <dgm:presLayoutVars>
          <dgm:animLvl val="lvl"/>
          <dgm:resizeHandles val="exact"/>
        </dgm:presLayoutVars>
      </dgm:prSet>
      <dgm:spPr/>
    </dgm:pt>
    <dgm:pt modelId="{3AD8D330-4CFA-4C6D-8F43-46ECDC913815}" type="pres">
      <dgm:prSet presAssocID="{86E019EC-E622-401C-AF2D-E012071114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B75F46-8597-424F-9C38-50D400472C13}" type="pres">
      <dgm:prSet presAssocID="{CAE37B8F-F521-410A-8A53-E0577E123FAB}" presName="spacer" presStyleCnt="0"/>
      <dgm:spPr/>
    </dgm:pt>
    <dgm:pt modelId="{3C9B736E-22E8-48D3-9B91-AA7AB645067E}" type="pres">
      <dgm:prSet presAssocID="{12A70489-BB6F-4B6F-99F3-9B5444CF103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234330-82EA-4EFF-A999-217F891B74FE}" type="pres">
      <dgm:prSet presAssocID="{370C6803-7EDF-4735-9BD4-29539F972965}" presName="spacer" presStyleCnt="0"/>
      <dgm:spPr/>
    </dgm:pt>
    <dgm:pt modelId="{C9609B80-61EC-40BC-97D6-3B8C82EA91CB}" type="pres">
      <dgm:prSet presAssocID="{4C06A82D-A3A7-49E1-BDF6-371FE19E4E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F8922F-CAA4-471C-A031-18FF2B373D2B}" type="pres">
      <dgm:prSet presAssocID="{0FA175DD-FDAE-4448-9DF3-83A0707A0A3D}" presName="spacer" presStyleCnt="0"/>
      <dgm:spPr/>
    </dgm:pt>
    <dgm:pt modelId="{387212F9-A37D-4BFE-978C-1AA2BD24BB18}" type="pres">
      <dgm:prSet presAssocID="{DB5227FB-CD1A-40B1-B40B-575D9BBE94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3D9532-27C0-47D7-AB3A-B69AB8EB86B3}" type="presOf" srcId="{DB5227FB-CD1A-40B1-B40B-575D9BBE94D1}" destId="{387212F9-A37D-4BFE-978C-1AA2BD24BB18}" srcOrd="0" destOrd="0" presId="urn:microsoft.com/office/officeart/2005/8/layout/vList2"/>
    <dgm:cxn modelId="{766F073A-7173-450E-915E-19B4E8AD211C}" srcId="{DB637793-7093-4F0A-828F-ADE046CCF19A}" destId="{4C06A82D-A3A7-49E1-BDF6-371FE19E4E7A}" srcOrd="2" destOrd="0" parTransId="{CD70E2EB-0670-46AF-A69A-C69220F179EA}" sibTransId="{0FA175DD-FDAE-4448-9DF3-83A0707A0A3D}"/>
    <dgm:cxn modelId="{A2D3168E-C98E-49FD-9F3E-047159EE897A}" type="presOf" srcId="{86E019EC-E622-401C-AF2D-E0120711143D}" destId="{3AD8D330-4CFA-4C6D-8F43-46ECDC913815}" srcOrd="0" destOrd="0" presId="urn:microsoft.com/office/officeart/2005/8/layout/vList2"/>
    <dgm:cxn modelId="{3A04D19C-5909-4785-B748-ED6D1E8402FB}" srcId="{DB637793-7093-4F0A-828F-ADE046CCF19A}" destId="{12A70489-BB6F-4B6F-99F3-9B5444CF1034}" srcOrd="1" destOrd="0" parTransId="{E3BC828B-3129-4581-AAED-D7C5E324ED4B}" sibTransId="{370C6803-7EDF-4735-9BD4-29539F972965}"/>
    <dgm:cxn modelId="{5949C2A6-3F23-4F5D-ADDE-062DAD7C707C}" type="presOf" srcId="{4C06A82D-A3A7-49E1-BDF6-371FE19E4E7A}" destId="{C9609B80-61EC-40BC-97D6-3B8C82EA91CB}" srcOrd="0" destOrd="0" presId="urn:microsoft.com/office/officeart/2005/8/layout/vList2"/>
    <dgm:cxn modelId="{5AA52DD1-4E2A-4275-B32E-F1A5EB4A6BAC}" srcId="{DB637793-7093-4F0A-828F-ADE046CCF19A}" destId="{86E019EC-E622-401C-AF2D-E0120711143D}" srcOrd="0" destOrd="0" parTransId="{FFD4615D-5936-4056-8759-1E1578E34A76}" sibTransId="{CAE37B8F-F521-410A-8A53-E0577E123FAB}"/>
    <dgm:cxn modelId="{D6DEBFD2-CC27-4FEA-A0AE-2997BE8B1419}" type="presOf" srcId="{DB637793-7093-4F0A-828F-ADE046CCF19A}" destId="{445A3499-E983-4CFC-9087-7ACCA8D40C09}" srcOrd="0" destOrd="0" presId="urn:microsoft.com/office/officeart/2005/8/layout/vList2"/>
    <dgm:cxn modelId="{03E641E7-1A84-4479-A4EC-6F06C940049A}" type="presOf" srcId="{12A70489-BB6F-4B6F-99F3-9B5444CF1034}" destId="{3C9B736E-22E8-48D3-9B91-AA7AB645067E}" srcOrd="0" destOrd="0" presId="urn:microsoft.com/office/officeart/2005/8/layout/vList2"/>
    <dgm:cxn modelId="{3129A6EC-3418-466D-976B-7184175B80CA}" srcId="{DB637793-7093-4F0A-828F-ADE046CCF19A}" destId="{DB5227FB-CD1A-40B1-B40B-575D9BBE94D1}" srcOrd="3" destOrd="0" parTransId="{AC6881CB-98F2-4CB2-BABF-C2485050EED5}" sibTransId="{2C1A813D-26FE-468C-95D1-FCF04B83672C}"/>
    <dgm:cxn modelId="{FB7A0CB6-38D8-41BE-98F9-2D0FBC1AB08B}" type="presParOf" srcId="{445A3499-E983-4CFC-9087-7ACCA8D40C09}" destId="{3AD8D330-4CFA-4C6D-8F43-46ECDC913815}" srcOrd="0" destOrd="0" presId="urn:microsoft.com/office/officeart/2005/8/layout/vList2"/>
    <dgm:cxn modelId="{29841120-5623-4203-B374-71A57CE50B89}" type="presParOf" srcId="{445A3499-E983-4CFC-9087-7ACCA8D40C09}" destId="{1FB75F46-8597-424F-9C38-50D400472C13}" srcOrd="1" destOrd="0" presId="urn:microsoft.com/office/officeart/2005/8/layout/vList2"/>
    <dgm:cxn modelId="{48800C25-39D1-471C-A55E-78177080505A}" type="presParOf" srcId="{445A3499-E983-4CFC-9087-7ACCA8D40C09}" destId="{3C9B736E-22E8-48D3-9B91-AA7AB645067E}" srcOrd="2" destOrd="0" presId="urn:microsoft.com/office/officeart/2005/8/layout/vList2"/>
    <dgm:cxn modelId="{C6AB4633-CD79-4A13-B6F2-FC27D79DA778}" type="presParOf" srcId="{445A3499-E983-4CFC-9087-7ACCA8D40C09}" destId="{53234330-82EA-4EFF-A999-217F891B74FE}" srcOrd="3" destOrd="0" presId="urn:microsoft.com/office/officeart/2005/8/layout/vList2"/>
    <dgm:cxn modelId="{E95BDFC9-E61B-49AD-8BBC-34B01618E2C3}" type="presParOf" srcId="{445A3499-E983-4CFC-9087-7ACCA8D40C09}" destId="{C9609B80-61EC-40BC-97D6-3B8C82EA91CB}" srcOrd="4" destOrd="0" presId="urn:microsoft.com/office/officeart/2005/8/layout/vList2"/>
    <dgm:cxn modelId="{FB3C5A3B-F9B9-4785-9F0C-C09263E92563}" type="presParOf" srcId="{445A3499-E983-4CFC-9087-7ACCA8D40C09}" destId="{27F8922F-CAA4-471C-A031-18FF2B373D2B}" srcOrd="5" destOrd="0" presId="urn:microsoft.com/office/officeart/2005/8/layout/vList2"/>
    <dgm:cxn modelId="{14CA3C3C-A311-47E2-9008-38FB180A22D0}" type="presParOf" srcId="{445A3499-E983-4CFC-9087-7ACCA8D40C09}" destId="{387212F9-A37D-4BFE-978C-1AA2BD24BB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016FF9-D16B-4CED-A003-DBA364487B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8946D58-8500-40A6-BDEB-072EC10DEAE8}">
      <dgm:prSet/>
      <dgm:spPr/>
      <dgm:t>
        <a:bodyPr/>
        <a:lstStyle/>
        <a:p>
          <a:r>
            <a:rPr lang="en-US"/>
            <a:t>• Clean background &amp; proper lighting</a:t>
          </a:r>
        </a:p>
      </dgm:t>
    </dgm:pt>
    <dgm:pt modelId="{58BF3674-09B6-44D7-8C0F-42AEC66A6EA5}" type="parTrans" cxnId="{B95A2ECF-4493-4A8E-BF92-DE74AF5EF3BB}">
      <dgm:prSet/>
      <dgm:spPr/>
      <dgm:t>
        <a:bodyPr/>
        <a:lstStyle/>
        <a:p>
          <a:endParaRPr lang="en-US"/>
        </a:p>
      </dgm:t>
    </dgm:pt>
    <dgm:pt modelId="{951B4A64-CEDE-4F39-81CB-79C83E3CB785}" type="sibTrans" cxnId="{B95A2ECF-4493-4A8E-BF92-DE74AF5EF3BB}">
      <dgm:prSet/>
      <dgm:spPr/>
      <dgm:t>
        <a:bodyPr/>
        <a:lstStyle/>
        <a:p>
          <a:endParaRPr lang="en-US"/>
        </a:p>
      </dgm:t>
    </dgm:pt>
    <dgm:pt modelId="{300F54BC-6E47-4603-82B2-E2E047892A47}">
      <dgm:prSet/>
      <dgm:spPr/>
      <dgm:t>
        <a:bodyPr/>
        <a:lstStyle/>
        <a:p>
          <a:r>
            <a:rPr lang="en-US"/>
            <a:t>• Professional seating posture</a:t>
          </a:r>
        </a:p>
      </dgm:t>
    </dgm:pt>
    <dgm:pt modelId="{429940B0-028E-4006-83EB-7D608E0EB4EB}" type="parTrans" cxnId="{59F28B9F-CFBF-4AA7-8F22-D73275540C81}">
      <dgm:prSet/>
      <dgm:spPr/>
      <dgm:t>
        <a:bodyPr/>
        <a:lstStyle/>
        <a:p>
          <a:endParaRPr lang="en-US"/>
        </a:p>
      </dgm:t>
    </dgm:pt>
    <dgm:pt modelId="{A932742F-74D4-490D-BB4B-4489EE2EEB67}" type="sibTrans" cxnId="{59F28B9F-CFBF-4AA7-8F22-D73275540C81}">
      <dgm:prSet/>
      <dgm:spPr/>
      <dgm:t>
        <a:bodyPr/>
        <a:lstStyle/>
        <a:p>
          <a:endParaRPr lang="en-US"/>
        </a:p>
      </dgm:t>
    </dgm:pt>
    <dgm:pt modelId="{1A541C86-79D4-4637-BE21-22F63D6B6405}">
      <dgm:prSet/>
      <dgm:spPr/>
      <dgm:t>
        <a:bodyPr/>
        <a:lstStyle/>
        <a:p>
          <a:r>
            <a:rPr lang="en-US"/>
            <a:t>• Light greeting to build rapport</a:t>
          </a:r>
        </a:p>
      </dgm:t>
    </dgm:pt>
    <dgm:pt modelId="{CD9A2940-4CC4-48F2-BB1A-EF01674E3FE7}" type="parTrans" cxnId="{67646539-0C27-4B67-B137-7BBB17DD3581}">
      <dgm:prSet/>
      <dgm:spPr/>
      <dgm:t>
        <a:bodyPr/>
        <a:lstStyle/>
        <a:p>
          <a:endParaRPr lang="en-US"/>
        </a:p>
      </dgm:t>
    </dgm:pt>
    <dgm:pt modelId="{909F5115-B3CA-48A9-88C1-33B730CCF039}" type="sibTrans" cxnId="{67646539-0C27-4B67-B137-7BBB17DD3581}">
      <dgm:prSet/>
      <dgm:spPr/>
      <dgm:t>
        <a:bodyPr/>
        <a:lstStyle/>
        <a:p>
          <a:endParaRPr lang="en-US"/>
        </a:p>
      </dgm:t>
    </dgm:pt>
    <dgm:pt modelId="{6DC1C091-F6B6-4BFC-A9B9-C914D93B4107}">
      <dgm:prSet/>
      <dgm:spPr/>
      <dgm:t>
        <a:bodyPr/>
        <a:lstStyle/>
        <a:p>
          <a:r>
            <a:rPr lang="en-US"/>
            <a:t>• Create comfort before content</a:t>
          </a:r>
        </a:p>
      </dgm:t>
    </dgm:pt>
    <dgm:pt modelId="{EF8426D3-7035-464B-B486-883AB3D736B7}" type="parTrans" cxnId="{360F06F5-E375-473D-8650-BA559383A696}">
      <dgm:prSet/>
      <dgm:spPr/>
      <dgm:t>
        <a:bodyPr/>
        <a:lstStyle/>
        <a:p>
          <a:endParaRPr lang="en-US"/>
        </a:p>
      </dgm:t>
    </dgm:pt>
    <dgm:pt modelId="{CE5D501C-8D42-41C4-ABB0-4897A1D74115}" type="sibTrans" cxnId="{360F06F5-E375-473D-8650-BA559383A696}">
      <dgm:prSet/>
      <dgm:spPr/>
      <dgm:t>
        <a:bodyPr/>
        <a:lstStyle/>
        <a:p>
          <a:endParaRPr lang="en-US"/>
        </a:p>
      </dgm:t>
    </dgm:pt>
    <dgm:pt modelId="{D7BE10E7-9BAF-43F7-8CFE-1601AAC9660A}" type="pres">
      <dgm:prSet presAssocID="{17016FF9-D16B-4CED-A003-DBA364487B13}" presName="linear" presStyleCnt="0">
        <dgm:presLayoutVars>
          <dgm:animLvl val="lvl"/>
          <dgm:resizeHandles val="exact"/>
        </dgm:presLayoutVars>
      </dgm:prSet>
      <dgm:spPr/>
    </dgm:pt>
    <dgm:pt modelId="{D11C00E9-42B2-4AEE-B246-4F2D3ED85421}" type="pres">
      <dgm:prSet presAssocID="{78946D58-8500-40A6-BDEB-072EC10DEAE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516805-CB21-4972-B1AE-A3095E34F5A5}" type="pres">
      <dgm:prSet presAssocID="{951B4A64-CEDE-4F39-81CB-79C83E3CB785}" presName="spacer" presStyleCnt="0"/>
      <dgm:spPr/>
    </dgm:pt>
    <dgm:pt modelId="{17CFF600-86E6-4F8E-980F-49FF0173B926}" type="pres">
      <dgm:prSet presAssocID="{300F54BC-6E47-4603-82B2-E2E047892A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9FDE20-CE57-4F10-A390-CF9959C11246}" type="pres">
      <dgm:prSet presAssocID="{A932742F-74D4-490D-BB4B-4489EE2EEB67}" presName="spacer" presStyleCnt="0"/>
      <dgm:spPr/>
    </dgm:pt>
    <dgm:pt modelId="{9193D050-4E52-4CF3-A4F7-080129542490}" type="pres">
      <dgm:prSet presAssocID="{1A541C86-79D4-4637-BE21-22F63D6B64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C56437-BACD-4B2B-BFDF-6D839C9E7D0B}" type="pres">
      <dgm:prSet presAssocID="{909F5115-B3CA-48A9-88C1-33B730CCF039}" presName="spacer" presStyleCnt="0"/>
      <dgm:spPr/>
    </dgm:pt>
    <dgm:pt modelId="{A465396A-8FAA-4CC6-8916-4CC05B2A80AF}" type="pres">
      <dgm:prSet presAssocID="{6DC1C091-F6B6-4BFC-A9B9-C914D93B41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646539-0C27-4B67-B137-7BBB17DD3581}" srcId="{17016FF9-D16B-4CED-A003-DBA364487B13}" destId="{1A541C86-79D4-4637-BE21-22F63D6B6405}" srcOrd="2" destOrd="0" parTransId="{CD9A2940-4CC4-48F2-BB1A-EF01674E3FE7}" sibTransId="{909F5115-B3CA-48A9-88C1-33B730CCF039}"/>
    <dgm:cxn modelId="{453C3E82-E6A2-438D-90EF-21A5436625FA}" type="presOf" srcId="{300F54BC-6E47-4603-82B2-E2E047892A47}" destId="{17CFF600-86E6-4F8E-980F-49FF0173B926}" srcOrd="0" destOrd="0" presId="urn:microsoft.com/office/officeart/2005/8/layout/vList2"/>
    <dgm:cxn modelId="{9B3CE68C-1DC6-4DB9-9798-9968EC62718D}" type="presOf" srcId="{17016FF9-D16B-4CED-A003-DBA364487B13}" destId="{D7BE10E7-9BAF-43F7-8CFE-1601AAC9660A}" srcOrd="0" destOrd="0" presId="urn:microsoft.com/office/officeart/2005/8/layout/vList2"/>
    <dgm:cxn modelId="{59F28B9F-CFBF-4AA7-8F22-D73275540C81}" srcId="{17016FF9-D16B-4CED-A003-DBA364487B13}" destId="{300F54BC-6E47-4603-82B2-E2E047892A47}" srcOrd="1" destOrd="0" parTransId="{429940B0-028E-4006-83EB-7D608E0EB4EB}" sibTransId="{A932742F-74D4-490D-BB4B-4489EE2EEB67}"/>
    <dgm:cxn modelId="{B0873EAC-D50E-4366-BE61-87D1EE06AC66}" type="presOf" srcId="{78946D58-8500-40A6-BDEB-072EC10DEAE8}" destId="{D11C00E9-42B2-4AEE-B246-4F2D3ED85421}" srcOrd="0" destOrd="0" presId="urn:microsoft.com/office/officeart/2005/8/layout/vList2"/>
    <dgm:cxn modelId="{0A29EAB1-FA60-47F3-AC0E-E30E12B84098}" type="presOf" srcId="{1A541C86-79D4-4637-BE21-22F63D6B6405}" destId="{9193D050-4E52-4CF3-A4F7-080129542490}" srcOrd="0" destOrd="0" presId="urn:microsoft.com/office/officeart/2005/8/layout/vList2"/>
    <dgm:cxn modelId="{B95A2ECF-4493-4A8E-BF92-DE74AF5EF3BB}" srcId="{17016FF9-D16B-4CED-A003-DBA364487B13}" destId="{78946D58-8500-40A6-BDEB-072EC10DEAE8}" srcOrd="0" destOrd="0" parTransId="{58BF3674-09B6-44D7-8C0F-42AEC66A6EA5}" sibTransId="{951B4A64-CEDE-4F39-81CB-79C83E3CB785}"/>
    <dgm:cxn modelId="{A9BF7FEB-D11B-447D-A96A-11F5B89A3237}" type="presOf" srcId="{6DC1C091-F6B6-4BFC-A9B9-C914D93B4107}" destId="{A465396A-8FAA-4CC6-8916-4CC05B2A80AF}" srcOrd="0" destOrd="0" presId="urn:microsoft.com/office/officeart/2005/8/layout/vList2"/>
    <dgm:cxn modelId="{360F06F5-E375-473D-8650-BA559383A696}" srcId="{17016FF9-D16B-4CED-A003-DBA364487B13}" destId="{6DC1C091-F6B6-4BFC-A9B9-C914D93B4107}" srcOrd="3" destOrd="0" parTransId="{EF8426D3-7035-464B-B486-883AB3D736B7}" sibTransId="{CE5D501C-8D42-41C4-ABB0-4897A1D74115}"/>
    <dgm:cxn modelId="{C662F231-690D-40CB-A10E-8B367CE15028}" type="presParOf" srcId="{D7BE10E7-9BAF-43F7-8CFE-1601AAC9660A}" destId="{D11C00E9-42B2-4AEE-B246-4F2D3ED85421}" srcOrd="0" destOrd="0" presId="urn:microsoft.com/office/officeart/2005/8/layout/vList2"/>
    <dgm:cxn modelId="{298DDC3B-22F6-491C-A265-87D4D8600340}" type="presParOf" srcId="{D7BE10E7-9BAF-43F7-8CFE-1601AAC9660A}" destId="{F9516805-CB21-4972-B1AE-A3095E34F5A5}" srcOrd="1" destOrd="0" presId="urn:microsoft.com/office/officeart/2005/8/layout/vList2"/>
    <dgm:cxn modelId="{DE9CAF89-8BDF-4EB2-B67B-873B7E03B356}" type="presParOf" srcId="{D7BE10E7-9BAF-43F7-8CFE-1601AAC9660A}" destId="{17CFF600-86E6-4F8E-980F-49FF0173B926}" srcOrd="2" destOrd="0" presId="urn:microsoft.com/office/officeart/2005/8/layout/vList2"/>
    <dgm:cxn modelId="{BB094A63-19AF-4B57-BEED-9CD5C4F5E91E}" type="presParOf" srcId="{D7BE10E7-9BAF-43F7-8CFE-1601AAC9660A}" destId="{DF9FDE20-CE57-4F10-A390-CF9959C11246}" srcOrd="3" destOrd="0" presId="urn:microsoft.com/office/officeart/2005/8/layout/vList2"/>
    <dgm:cxn modelId="{41B99BE3-C1B2-4F4B-B47A-CD22FF850B6B}" type="presParOf" srcId="{D7BE10E7-9BAF-43F7-8CFE-1601AAC9660A}" destId="{9193D050-4E52-4CF3-A4F7-080129542490}" srcOrd="4" destOrd="0" presId="urn:microsoft.com/office/officeart/2005/8/layout/vList2"/>
    <dgm:cxn modelId="{63283E55-65BA-49B2-B7E9-12859424EFCB}" type="presParOf" srcId="{D7BE10E7-9BAF-43F7-8CFE-1601AAC9660A}" destId="{0EC56437-BACD-4B2B-BFDF-6D839C9E7D0B}" srcOrd="5" destOrd="0" presId="urn:microsoft.com/office/officeart/2005/8/layout/vList2"/>
    <dgm:cxn modelId="{C775D545-5DB7-4980-A3F5-30824CA2BA33}" type="presParOf" srcId="{D7BE10E7-9BAF-43F7-8CFE-1601AAC9660A}" destId="{A465396A-8FAA-4CC6-8916-4CC05B2A80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7FF28D-4D1E-4D40-BD18-7FAC1FC44C8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5B7E81-9CA7-40BC-B514-8BA8213325C3}">
      <dgm:prSet/>
      <dgm:spPr/>
      <dgm:t>
        <a:bodyPr/>
        <a:lstStyle/>
        <a:p>
          <a:r>
            <a:rPr lang="en-US"/>
            <a:t>• Transition from Audit/Tax to Finance</a:t>
          </a:r>
        </a:p>
      </dgm:t>
    </dgm:pt>
    <dgm:pt modelId="{DBEEDE05-2953-48B9-8F3E-09A02D6B653E}" type="parTrans" cxnId="{3EB00849-3B53-411C-A513-AA9F235F3DDC}">
      <dgm:prSet/>
      <dgm:spPr/>
      <dgm:t>
        <a:bodyPr/>
        <a:lstStyle/>
        <a:p>
          <a:endParaRPr lang="en-US"/>
        </a:p>
      </dgm:t>
    </dgm:pt>
    <dgm:pt modelId="{82DB66AC-EAED-4355-B47F-F95278441BC9}" type="sibTrans" cxnId="{3EB00849-3B53-411C-A513-AA9F235F3DDC}">
      <dgm:prSet/>
      <dgm:spPr/>
      <dgm:t>
        <a:bodyPr/>
        <a:lstStyle/>
        <a:p>
          <a:endParaRPr lang="en-US"/>
        </a:p>
      </dgm:t>
    </dgm:pt>
    <dgm:pt modelId="{0045F16A-02B0-4702-8498-DA43F1367019}">
      <dgm:prSet/>
      <dgm:spPr/>
      <dgm:t>
        <a:bodyPr/>
        <a:lstStyle/>
        <a:p>
          <a:r>
            <a:rPr lang="en-US"/>
            <a:t>• Desire to be on the decision-making side</a:t>
          </a:r>
        </a:p>
      </dgm:t>
    </dgm:pt>
    <dgm:pt modelId="{6299ED00-59B8-4E01-9C28-15B263EE4A28}" type="parTrans" cxnId="{A0E62725-A546-4F43-8313-1483969B6B4B}">
      <dgm:prSet/>
      <dgm:spPr/>
      <dgm:t>
        <a:bodyPr/>
        <a:lstStyle/>
        <a:p>
          <a:endParaRPr lang="en-US"/>
        </a:p>
      </dgm:t>
    </dgm:pt>
    <dgm:pt modelId="{444D00FF-67AF-4576-826D-216841571434}" type="sibTrans" cxnId="{A0E62725-A546-4F43-8313-1483969B6B4B}">
      <dgm:prSet/>
      <dgm:spPr/>
      <dgm:t>
        <a:bodyPr/>
        <a:lstStyle/>
        <a:p>
          <a:endParaRPr lang="en-US"/>
        </a:p>
      </dgm:t>
    </dgm:pt>
    <dgm:pt modelId="{6FEF14C2-AA03-4626-AEE4-1CDEE602BD15}">
      <dgm:prSet/>
      <dgm:spPr/>
      <dgm:t>
        <a:bodyPr/>
        <a:lstStyle/>
        <a:p>
          <a:r>
            <a:rPr lang="en-US"/>
            <a:t>• Solving business problems internally</a:t>
          </a:r>
        </a:p>
      </dgm:t>
    </dgm:pt>
    <dgm:pt modelId="{5BFC0DFB-D846-4361-82AD-F4FF4A1A44CA}" type="parTrans" cxnId="{9D88AE17-B2B6-479C-8E83-D080D2AA3308}">
      <dgm:prSet/>
      <dgm:spPr/>
      <dgm:t>
        <a:bodyPr/>
        <a:lstStyle/>
        <a:p>
          <a:endParaRPr lang="en-US"/>
        </a:p>
      </dgm:t>
    </dgm:pt>
    <dgm:pt modelId="{E46FA357-4B37-4658-8739-396093803F90}" type="sibTrans" cxnId="{9D88AE17-B2B6-479C-8E83-D080D2AA3308}">
      <dgm:prSet/>
      <dgm:spPr/>
      <dgm:t>
        <a:bodyPr/>
        <a:lstStyle/>
        <a:p>
          <a:endParaRPr lang="en-US"/>
        </a:p>
      </dgm:t>
    </dgm:pt>
    <dgm:pt modelId="{E3EF9C44-A201-4D25-A91A-94B088FE862A}" type="pres">
      <dgm:prSet presAssocID="{DE7FF28D-4D1E-4D40-BD18-7FAC1FC44C8C}" presName="linear" presStyleCnt="0">
        <dgm:presLayoutVars>
          <dgm:animLvl val="lvl"/>
          <dgm:resizeHandles val="exact"/>
        </dgm:presLayoutVars>
      </dgm:prSet>
      <dgm:spPr/>
    </dgm:pt>
    <dgm:pt modelId="{FCEDE593-3746-45B8-ACFB-384F2D163111}" type="pres">
      <dgm:prSet presAssocID="{805B7E81-9CA7-40BC-B514-8BA8213325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AC1F2B5-107A-49AC-98D7-6A4B1A784D40}" type="pres">
      <dgm:prSet presAssocID="{82DB66AC-EAED-4355-B47F-F95278441BC9}" presName="spacer" presStyleCnt="0"/>
      <dgm:spPr/>
    </dgm:pt>
    <dgm:pt modelId="{2F63F7E4-B36C-4258-9E09-63B42AF6DD8B}" type="pres">
      <dgm:prSet presAssocID="{0045F16A-02B0-4702-8498-DA43F13670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C994B4-31DE-47FB-B02C-FE2DB869DC80}" type="pres">
      <dgm:prSet presAssocID="{444D00FF-67AF-4576-826D-216841571434}" presName="spacer" presStyleCnt="0"/>
      <dgm:spPr/>
    </dgm:pt>
    <dgm:pt modelId="{CB89AF00-88FA-45E8-9A9A-1B110CB086CE}" type="pres">
      <dgm:prSet presAssocID="{6FEF14C2-AA03-4626-AEE4-1CDEE602BD1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D88AE17-B2B6-479C-8E83-D080D2AA3308}" srcId="{DE7FF28D-4D1E-4D40-BD18-7FAC1FC44C8C}" destId="{6FEF14C2-AA03-4626-AEE4-1CDEE602BD15}" srcOrd="2" destOrd="0" parTransId="{5BFC0DFB-D846-4361-82AD-F4FF4A1A44CA}" sibTransId="{E46FA357-4B37-4658-8739-396093803F90}"/>
    <dgm:cxn modelId="{A0E62725-A546-4F43-8313-1483969B6B4B}" srcId="{DE7FF28D-4D1E-4D40-BD18-7FAC1FC44C8C}" destId="{0045F16A-02B0-4702-8498-DA43F1367019}" srcOrd="1" destOrd="0" parTransId="{6299ED00-59B8-4E01-9C28-15B263EE4A28}" sibTransId="{444D00FF-67AF-4576-826D-216841571434}"/>
    <dgm:cxn modelId="{3EB00849-3B53-411C-A513-AA9F235F3DDC}" srcId="{DE7FF28D-4D1E-4D40-BD18-7FAC1FC44C8C}" destId="{805B7E81-9CA7-40BC-B514-8BA8213325C3}" srcOrd="0" destOrd="0" parTransId="{DBEEDE05-2953-48B9-8F3E-09A02D6B653E}" sibTransId="{82DB66AC-EAED-4355-B47F-F95278441BC9}"/>
    <dgm:cxn modelId="{4A31A659-7FFD-413A-B499-FE481B9BDF73}" type="presOf" srcId="{805B7E81-9CA7-40BC-B514-8BA8213325C3}" destId="{FCEDE593-3746-45B8-ACFB-384F2D163111}" srcOrd="0" destOrd="0" presId="urn:microsoft.com/office/officeart/2005/8/layout/vList2"/>
    <dgm:cxn modelId="{E5A32F8A-4D21-4C68-8443-5D58A2420D64}" type="presOf" srcId="{6FEF14C2-AA03-4626-AEE4-1CDEE602BD15}" destId="{CB89AF00-88FA-45E8-9A9A-1B110CB086CE}" srcOrd="0" destOrd="0" presId="urn:microsoft.com/office/officeart/2005/8/layout/vList2"/>
    <dgm:cxn modelId="{988F6CCE-502C-498C-AE59-3B1E722329E9}" type="presOf" srcId="{DE7FF28D-4D1E-4D40-BD18-7FAC1FC44C8C}" destId="{E3EF9C44-A201-4D25-A91A-94B088FE862A}" srcOrd="0" destOrd="0" presId="urn:microsoft.com/office/officeart/2005/8/layout/vList2"/>
    <dgm:cxn modelId="{A3B008F3-4553-4F5A-8324-9B67D1AC809C}" type="presOf" srcId="{0045F16A-02B0-4702-8498-DA43F1367019}" destId="{2F63F7E4-B36C-4258-9E09-63B42AF6DD8B}" srcOrd="0" destOrd="0" presId="urn:microsoft.com/office/officeart/2005/8/layout/vList2"/>
    <dgm:cxn modelId="{05FAC5C1-0802-4627-B680-EDA57C8C4E81}" type="presParOf" srcId="{E3EF9C44-A201-4D25-A91A-94B088FE862A}" destId="{FCEDE593-3746-45B8-ACFB-384F2D163111}" srcOrd="0" destOrd="0" presId="urn:microsoft.com/office/officeart/2005/8/layout/vList2"/>
    <dgm:cxn modelId="{A9E65D95-4154-4391-B2CB-10B6EAD7B316}" type="presParOf" srcId="{E3EF9C44-A201-4D25-A91A-94B088FE862A}" destId="{BAC1F2B5-107A-49AC-98D7-6A4B1A784D40}" srcOrd="1" destOrd="0" presId="urn:microsoft.com/office/officeart/2005/8/layout/vList2"/>
    <dgm:cxn modelId="{6D5280DC-6963-474D-AB4A-6F896E369409}" type="presParOf" srcId="{E3EF9C44-A201-4D25-A91A-94B088FE862A}" destId="{2F63F7E4-B36C-4258-9E09-63B42AF6DD8B}" srcOrd="2" destOrd="0" presId="urn:microsoft.com/office/officeart/2005/8/layout/vList2"/>
    <dgm:cxn modelId="{F4FBCF5C-1BC3-48D1-BBC7-1CBA2F80AB3C}" type="presParOf" srcId="{E3EF9C44-A201-4D25-A91A-94B088FE862A}" destId="{E8C994B4-31DE-47FB-B02C-FE2DB869DC80}" srcOrd="3" destOrd="0" presId="urn:microsoft.com/office/officeart/2005/8/layout/vList2"/>
    <dgm:cxn modelId="{002E231E-1F04-4798-AF7B-856E810D1F1E}" type="presParOf" srcId="{E3EF9C44-A201-4D25-A91A-94B088FE862A}" destId="{CB89AF00-88FA-45E8-9A9A-1B110CB086C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8CD20B-E663-4A2D-8BE7-B6915D98E84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68FE3F7-EC98-4154-A480-EB0D385939F4}">
      <dgm:prSet/>
      <dgm:spPr/>
      <dgm:t>
        <a:bodyPr/>
        <a:lstStyle/>
        <a:p>
          <a:r>
            <a:rPr lang="en-US"/>
            <a:t>• Build a clear training journey story</a:t>
          </a:r>
        </a:p>
      </dgm:t>
    </dgm:pt>
    <dgm:pt modelId="{0BF68ECE-0968-4E31-8012-FE5654CAC72F}" type="parTrans" cxnId="{FF2253C1-3F8A-4387-83A7-53F3E9887BEA}">
      <dgm:prSet/>
      <dgm:spPr/>
      <dgm:t>
        <a:bodyPr/>
        <a:lstStyle/>
        <a:p>
          <a:endParaRPr lang="en-US"/>
        </a:p>
      </dgm:t>
    </dgm:pt>
    <dgm:pt modelId="{9E47F92B-7880-425C-BFAB-1307146E9C0A}" type="sibTrans" cxnId="{FF2253C1-3F8A-4387-83A7-53F3E9887BEA}">
      <dgm:prSet/>
      <dgm:spPr/>
      <dgm:t>
        <a:bodyPr/>
        <a:lstStyle/>
        <a:p>
          <a:endParaRPr lang="en-US"/>
        </a:p>
      </dgm:t>
    </dgm:pt>
    <dgm:pt modelId="{EF572611-3205-4CD1-A954-36E154C04231}">
      <dgm:prSet/>
      <dgm:spPr/>
      <dgm:t>
        <a:bodyPr/>
        <a:lstStyle/>
        <a:p>
          <a:r>
            <a:rPr lang="en-US"/>
            <a:t>• Highlight learning and exposure</a:t>
          </a:r>
        </a:p>
      </dgm:t>
    </dgm:pt>
    <dgm:pt modelId="{B0AE6596-CC24-4205-BBAC-1CC926490B5E}" type="parTrans" cxnId="{168E568E-4C96-4314-A634-5A955782FE49}">
      <dgm:prSet/>
      <dgm:spPr/>
      <dgm:t>
        <a:bodyPr/>
        <a:lstStyle/>
        <a:p>
          <a:endParaRPr lang="en-US"/>
        </a:p>
      </dgm:t>
    </dgm:pt>
    <dgm:pt modelId="{4931269E-C557-4ABF-959D-A9DEC7195DB4}" type="sibTrans" cxnId="{168E568E-4C96-4314-A634-5A955782FE49}">
      <dgm:prSet/>
      <dgm:spPr/>
      <dgm:t>
        <a:bodyPr/>
        <a:lstStyle/>
        <a:p>
          <a:endParaRPr lang="en-US"/>
        </a:p>
      </dgm:t>
    </dgm:pt>
    <dgm:pt modelId="{3F83CDC5-806E-484D-A348-892723EB6F02}">
      <dgm:prSet/>
      <dgm:spPr/>
      <dgm:t>
        <a:bodyPr/>
        <a:lstStyle/>
        <a:p>
          <a:r>
            <a:rPr lang="en-US"/>
            <a:t>• Focus on growth, not limitations</a:t>
          </a:r>
        </a:p>
      </dgm:t>
    </dgm:pt>
    <dgm:pt modelId="{077E416C-4C19-4266-B192-BB2F3E87A22D}" type="parTrans" cxnId="{FB1066CF-0D04-442D-B7D6-6FAE1C94C694}">
      <dgm:prSet/>
      <dgm:spPr/>
      <dgm:t>
        <a:bodyPr/>
        <a:lstStyle/>
        <a:p>
          <a:endParaRPr lang="en-US"/>
        </a:p>
      </dgm:t>
    </dgm:pt>
    <dgm:pt modelId="{28BA0AE9-F6FA-4EE0-8732-FB3FA7FC3F34}" type="sibTrans" cxnId="{FB1066CF-0D04-442D-B7D6-6FAE1C94C694}">
      <dgm:prSet/>
      <dgm:spPr/>
      <dgm:t>
        <a:bodyPr/>
        <a:lstStyle/>
        <a:p>
          <a:endParaRPr lang="en-US"/>
        </a:p>
      </dgm:t>
    </dgm:pt>
    <dgm:pt modelId="{0248BABE-1F60-45E4-B54B-BE64CD66CE19}" type="pres">
      <dgm:prSet presAssocID="{418CD20B-E663-4A2D-8BE7-B6915D98E840}" presName="vert0" presStyleCnt="0">
        <dgm:presLayoutVars>
          <dgm:dir/>
          <dgm:animOne val="branch"/>
          <dgm:animLvl val="lvl"/>
        </dgm:presLayoutVars>
      </dgm:prSet>
      <dgm:spPr/>
    </dgm:pt>
    <dgm:pt modelId="{B45FFF26-519A-4BD4-A464-AD93911F581F}" type="pres">
      <dgm:prSet presAssocID="{668FE3F7-EC98-4154-A480-EB0D385939F4}" presName="thickLine" presStyleLbl="alignNode1" presStyleIdx="0" presStyleCnt="3"/>
      <dgm:spPr/>
    </dgm:pt>
    <dgm:pt modelId="{AD616CF3-B9C7-4049-88A9-7EF8947D6FDB}" type="pres">
      <dgm:prSet presAssocID="{668FE3F7-EC98-4154-A480-EB0D385939F4}" presName="horz1" presStyleCnt="0"/>
      <dgm:spPr/>
    </dgm:pt>
    <dgm:pt modelId="{C990B9E3-8D7E-4E27-AD30-BB970DDF9C70}" type="pres">
      <dgm:prSet presAssocID="{668FE3F7-EC98-4154-A480-EB0D385939F4}" presName="tx1" presStyleLbl="revTx" presStyleIdx="0" presStyleCnt="3"/>
      <dgm:spPr/>
    </dgm:pt>
    <dgm:pt modelId="{AAECF2D9-3D74-4A2E-A1EA-DAB3B8D9833F}" type="pres">
      <dgm:prSet presAssocID="{668FE3F7-EC98-4154-A480-EB0D385939F4}" presName="vert1" presStyleCnt="0"/>
      <dgm:spPr/>
    </dgm:pt>
    <dgm:pt modelId="{8F0DD205-A257-425D-84F0-73448F971E42}" type="pres">
      <dgm:prSet presAssocID="{EF572611-3205-4CD1-A954-36E154C04231}" presName="thickLine" presStyleLbl="alignNode1" presStyleIdx="1" presStyleCnt="3"/>
      <dgm:spPr/>
    </dgm:pt>
    <dgm:pt modelId="{51620F6C-1730-4A82-A303-BFD69F7B6A9F}" type="pres">
      <dgm:prSet presAssocID="{EF572611-3205-4CD1-A954-36E154C04231}" presName="horz1" presStyleCnt="0"/>
      <dgm:spPr/>
    </dgm:pt>
    <dgm:pt modelId="{74B5F6CF-3E18-48B5-9A45-F5B7FF65F7CB}" type="pres">
      <dgm:prSet presAssocID="{EF572611-3205-4CD1-A954-36E154C04231}" presName="tx1" presStyleLbl="revTx" presStyleIdx="1" presStyleCnt="3"/>
      <dgm:spPr/>
    </dgm:pt>
    <dgm:pt modelId="{F3208ED5-D770-4D4F-A2A1-D13BFE480A4A}" type="pres">
      <dgm:prSet presAssocID="{EF572611-3205-4CD1-A954-36E154C04231}" presName="vert1" presStyleCnt="0"/>
      <dgm:spPr/>
    </dgm:pt>
    <dgm:pt modelId="{E9FC7154-EF25-4322-BAC9-6F0F8A46EC4D}" type="pres">
      <dgm:prSet presAssocID="{3F83CDC5-806E-484D-A348-892723EB6F02}" presName="thickLine" presStyleLbl="alignNode1" presStyleIdx="2" presStyleCnt="3"/>
      <dgm:spPr/>
    </dgm:pt>
    <dgm:pt modelId="{5D0041C5-3259-46D4-BF76-2A6942FAC5DA}" type="pres">
      <dgm:prSet presAssocID="{3F83CDC5-806E-484D-A348-892723EB6F02}" presName="horz1" presStyleCnt="0"/>
      <dgm:spPr/>
    </dgm:pt>
    <dgm:pt modelId="{6DA49F46-897E-41B8-872B-A99AD8C8E141}" type="pres">
      <dgm:prSet presAssocID="{3F83CDC5-806E-484D-A348-892723EB6F02}" presName="tx1" presStyleLbl="revTx" presStyleIdx="2" presStyleCnt="3"/>
      <dgm:spPr/>
    </dgm:pt>
    <dgm:pt modelId="{59FC4177-D998-405A-8216-04BE9EBDFA38}" type="pres">
      <dgm:prSet presAssocID="{3F83CDC5-806E-484D-A348-892723EB6F02}" presName="vert1" presStyleCnt="0"/>
      <dgm:spPr/>
    </dgm:pt>
  </dgm:ptLst>
  <dgm:cxnLst>
    <dgm:cxn modelId="{32AD003F-F3EC-421D-A31F-37F9A5DCBAAF}" type="presOf" srcId="{668FE3F7-EC98-4154-A480-EB0D385939F4}" destId="{C990B9E3-8D7E-4E27-AD30-BB970DDF9C70}" srcOrd="0" destOrd="0" presId="urn:microsoft.com/office/officeart/2008/layout/LinedList"/>
    <dgm:cxn modelId="{17F9CE6E-CEEC-4FB3-9906-2159B129A133}" type="presOf" srcId="{418CD20B-E663-4A2D-8BE7-B6915D98E840}" destId="{0248BABE-1F60-45E4-B54B-BE64CD66CE19}" srcOrd="0" destOrd="0" presId="urn:microsoft.com/office/officeart/2008/layout/LinedList"/>
    <dgm:cxn modelId="{D0DEE84E-E087-4E12-A941-B114031DA472}" type="presOf" srcId="{3F83CDC5-806E-484D-A348-892723EB6F02}" destId="{6DA49F46-897E-41B8-872B-A99AD8C8E141}" srcOrd="0" destOrd="0" presId="urn:microsoft.com/office/officeart/2008/layout/LinedList"/>
    <dgm:cxn modelId="{168E568E-4C96-4314-A634-5A955782FE49}" srcId="{418CD20B-E663-4A2D-8BE7-B6915D98E840}" destId="{EF572611-3205-4CD1-A954-36E154C04231}" srcOrd="1" destOrd="0" parTransId="{B0AE6596-CC24-4205-BBAC-1CC926490B5E}" sibTransId="{4931269E-C557-4ABF-959D-A9DEC7195DB4}"/>
    <dgm:cxn modelId="{AB74D4AE-360F-4FD8-BCB4-054998DCAB55}" type="presOf" srcId="{EF572611-3205-4CD1-A954-36E154C04231}" destId="{74B5F6CF-3E18-48B5-9A45-F5B7FF65F7CB}" srcOrd="0" destOrd="0" presId="urn:microsoft.com/office/officeart/2008/layout/LinedList"/>
    <dgm:cxn modelId="{FF2253C1-3F8A-4387-83A7-53F3E9887BEA}" srcId="{418CD20B-E663-4A2D-8BE7-B6915D98E840}" destId="{668FE3F7-EC98-4154-A480-EB0D385939F4}" srcOrd="0" destOrd="0" parTransId="{0BF68ECE-0968-4E31-8012-FE5654CAC72F}" sibTransId="{9E47F92B-7880-425C-BFAB-1307146E9C0A}"/>
    <dgm:cxn modelId="{FB1066CF-0D04-442D-B7D6-6FAE1C94C694}" srcId="{418CD20B-E663-4A2D-8BE7-B6915D98E840}" destId="{3F83CDC5-806E-484D-A348-892723EB6F02}" srcOrd="2" destOrd="0" parTransId="{077E416C-4C19-4266-B192-BB2F3E87A22D}" sibTransId="{28BA0AE9-F6FA-4EE0-8732-FB3FA7FC3F34}"/>
    <dgm:cxn modelId="{4CC1AC35-95E2-4CE3-992C-437BA76B9EE1}" type="presParOf" srcId="{0248BABE-1F60-45E4-B54B-BE64CD66CE19}" destId="{B45FFF26-519A-4BD4-A464-AD93911F581F}" srcOrd="0" destOrd="0" presId="urn:microsoft.com/office/officeart/2008/layout/LinedList"/>
    <dgm:cxn modelId="{B2AFB45C-367B-46A8-9DAF-0DB95E25C281}" type="presParOf" srcId="{0248BABE-1F60-45E4-B54B-BE64CD66CE19}" destId="{AD616CF3-B9C7-4049-88A9-7EF8947D6FDB}" srcOrd="1" destOrd="0" presId="urn:microsoft.com/office/officeart/2008/layout/LinedList"/>
    <dgm:cxn modelId="{6EE9A2E7-20A7-4EFC-99EC-BDDD52DFD4CF}" type="presParOf" srcId="{AD616CF3-B9C7-4049-88A9-7EF8947D6FDB}" destId="{C990B9E3-8D7E-4E27-AD30-BB970DDF9C70}" srcOrd="0" destOrd="0" presId="urn:microsoft.com/office/officeart/2008/layout/LinedList"/>
    <dgm:cxn modelId="{2DECC959-FA6F-46EE-8563-9EA3158BA020}" type="presParOf" srcId="{AD616CF3-B9C7-4049-88A9-7EF8947D6FDB}" destId="{AAECF2D9-3D74-4A2E-A1EA-DAB3B8D9833F}" srcOrd="1" destOrd="0" presId="urn:microsoft.com/office/officeart/2008/layout/LinedList"/>
    <dgm:cxn modelId="{94D87BF9-EAB8-48F5-89D0-342DA53CD609}" type="presParOf" srcId="{0248BABE-1F60-45E4-B54B-BE64CD66CE19}" destId="{8F0DD205-A257-425D-84F0-73448F971E42}" srcOrd="2" destOrd="0" presId="urn:microsoft.com/office/officeart/2008/layout/LinedList"/>
    <dgm:cxn modelId="{80D0BA69-D6B6-4305-892F-298861B6AE1F}" type="presParOf" srcId="{0248BABE-1F60-45E4-B54B-BE64CD66CE19}" destId="{51620F6C-1730-4A82-A303-BFD69F7B6A9F}" srcOrd="3" destOrd="0" presId="urn:microsoft.com/office/officeart/2008/layout/LinedList"/>
    <dgm:cxn modelId="{80478D9F-05F6-4E29-AA60-4F6EE5B5832F}" type="presParOf" srcId="{51620F6C-1730-4A82-A303-BFD69F7B6A9F}" destId="{74B5F6CF-3E18-48B5-9A45-F5B7FF65F7CB}" srcOrd="0" destOrd="0" presId="urn:microsoft.com/office/officeart/2008/layout/LinedList"/>
    <dgm:cxn modelId="{C2FE4F7A-3A1C-4DA6-BA2B-E13D8232E5FF}" type="presParOf" srcId="{51620F6C-1730-4A82-A303-BFD69F7B6A9F}" destId="{F3208ED5-D770-4D4F-A2A1-D13BFE480A4A}" srcOrd="1" destOrd="0" presId="urn:microsoft.com/office/officeart/2008/layout/LinedList"/>
    <dgm:cxn modelId="{70C786D9-00D3-487C-A463-DD843A042B57}" type="presParOf" srcId="{0248BABE-1F60-45E4-B54B-BE64CD66CE19}" destId="{E9FC7154-EF25-4322-BAC9-6F0F8A46EC4D}" srcOrd="4" destOrd="0" presId="urn:microsoft.com/office/officeart/2008/layout/LinedList"/>
    <dgm:cxn modelId="{08A1A864-8E39-4D72-94FA-779C7061CCF4}" type="presParOf" srcId="{0248BABE-1F60-45E4-B54B-BE64CD66CE19}" destId="{5D0041C5-3259-46D4-BF76-2A6942FAC5DA}" srcOrd="5" destOrd="0" presId="urn:microsoft.com/office/officeart/2008/layout/LinedList"/>
    <dgm:cxn modelId="{BB9F4BDF-BA37-4DB6-9125-345881A7FB0B}" type="presParOf" srcId="{5D0041C5-3259-46D4-BF76-2A6942FAC5DA}" destId="{6DA49F46-897E-41B8-872B-A99AD8C8E141}" srcOrd="0" destOrd="0" presId="urn:microsoft.com/office/officeart/2008/layout/LinedList"/>
    <dgm:cxn modelId="{827CDF96-6234-4FA2-BE72-107EB4A38685}" type="presParOf" srcId="{5D0041C5-3259-46D4-BF76-2A6942FAC5DA}" destId="{59FC4177-D998-405A-8216-04BE9EBDFA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70375C-C1D4-4646-9EC1-1CDF138DE2B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036B29B-4E76-4D56-BA2D-1CA7CE5E754A}">
      <dgm:prSet/>
      <dgm:spPr/>
      <dgm:t>
        <a:bodyPr/>
        <a:lstStyle/>
        <a:p>
          <a:r>
            <a:rPr lang="en-US"/>
            <a:t>• Avoid vague descriptions</a:t>
          </a:r>
        </a:p>
      </dgm:t>
    </dgm:pt>
    <dgm:pt modelId="{309383EF-8949-4408-8DF2-BF81A88127AA}" type="parTrans" cxnId="{A0FE00D0-484B-40F7-A699-AE454933C063}">
      <dgm:prSet/>
      <dgm:spPr/>
      <dgm:t>
        <a:bodyPr/>
        <a:lstStyle/>
        <a:p>
          <a:endParaRPr lang="en-US"/>
        </a:p>
      </dgm:t>
    </dgm:pt>
    <dgm:pt modelId="{E9A7F034-C35D-48B5-B7FF-059571D3F5D6}" type="sibTrans" cxnId="{A0FE00D0-484B-40F7-A699-AE454933C063}">
      <dgm:prSet/>
      <dgm:spPr/>
      <dgm:t>
        <a:bodyPr/>
        <a:lstStyle/>
        <a:p>
          <a:endParaRPr lang="en-US"/>
        </a:p>
      </dgm:t>
    </dgm:pt>
    <dgm:pt modelId="{28129ECE-3FFA-4680-9795-DCFA136F2DC7}">
      <dgm:prSet/>
      <dgm:spPr/>
      <dgm:t>
        <a:bodyPr/>
        <a:lstStyle/>
        <a:p>
          <a:r>
            <a:rPr lang="en-US"/>
            <a:t>• Be specific and thoughtful</a:t>
          </a:r>
        </a:p>
      </dgm:t>
    </dgm:pt>
    <dgm:pt modelId="{1A56A17D-BEDE-4C51-827E-280F1149FB26}" type="parTrans" cxnId="{FA841403-E6AD-4077-8F53-3B21CA1BA569}">
      <dgm:prSet/>
      <dgm:spPr/>
      <dgm:t>
        <a:bodyPr/>
        <a:lstStyle/>
        <a:p>
          <a:endParaRPr lang="en-US"/>
        </a:p>
      </dgm:t>
    </dgm:pt>
    <dgm:pt modelId="{A7C0B74B-3709-4C41-95DE-661822C90F76}" type="sibTrans" cxnId="{FA841403-E6AD-4077-8F53-3B21CA1BA569}">
      <dgm:prSet/>
      <dgm:spPr/>
      <dgm:t>
        <a:bodyPr/>
        <a:lstStyle/>
        <a:p>
          <a:endParaRPr lang="en-US"/>
        </a:p>
      </dgm:t>
    </dgm:pt>
    <dgm:pt modelId="{DC460A51-A796-449B-A9A8-B5A6AD4633EB}">
      <dgm:prSet/>
      <dgm:spPr/>
      <dgm:t>
        <a:bodyPr/>
        <a:lstStyle/>
        <a:p>
          <a:r>
            <a:rPr lang="en-US"/>
            <a:t>• Link hobbies to personality traits</a:t>
          </a:r>
        </a:p>
      </dgm:t>
    </dgm:pt>
    <dgm:pt modelId="{077B9447-6A3A-4588-9DB7-42496230FC62}" type="parTrans" cxnId="{60347500-6C47-4616-B400-42094004EEAC}">
      <dgm:prSet/>
      <dgm:spPr/>
      <dgm:t>
        <a:bodyPr/>
        <a:lstStyle/>
        <a:p>
          <a:endParaRPr lang="en-US"/>
        </a:p>
      </dgm:t>
    </dgm:pt>
    <dgm:pt modelId="{96FFE29B-3C51-451F-AC62-DE4127D0488C}" type="sibTrans" cxnId="{60347500-6C47-4616-B400-42094004EEAC}">
      <dgm:prSet/>
      <dgm:spPr/>
      <dgm:t>
        <a:bodyPr/>
        <a:lstStyle/>
        <a:p>
          <a:endParaRPr lang="en-US"/>
        </a:p>
      </dgm:t>
    </dgm:pt>
    <dgm:pt modelId="{B2D5F81C-C299-43F3-92AA-D776DC790F21}" type="pres">
      <dgm:prSet presAssocID="{C470375C-C1D4-4646-9EC1-1CDF138DE2B1}" presName="vert0" presStyleCnt="0">
        <dgm:presLayoutVars>
          <dgm:dir/>
          <dgm:animOne val="branch"/>
          <dgm:animLvl val="lvl"/>
        </dgm:presLayoutVars>
      </dgm:prSet>
      <dgm:spPr/>
    </dgm:pt>
    <dgm:pt modelId="{98D10802-AFC8-4987-8EED-C290F9BDE4CB}" type="pres">
      <dgm:prSet presAssocID="{A036B29B-4E76-4D56-BA2D-1CA7CE5E754A}" presName="thickLine" presStyleLbl="alignNode1" presStyleIdx="0" presStyleCnt="3"/>
      <dgm:spPr/>
    </dgm:pt>
    <dgm:pt modelId="{4B8EF872-E851-4C83-BE2F-0385AD8F9303}" type="pres">
      <dgm:prSet presAssocID="{A036B29B-4E76-4D56-BA2D-1CA7CE5E754A}" presName="horz1" presStyleCnt="0"/>
      <dgm:spPr/>
    </dgm:pt>
    <dgm:pt modelId="{C2A55D40-6443-4791-B266-B3604D2F5945}" type="pres">
      <dgm:prSet presAssocID="{A036B29B-4E76-4D56-BA2D-1CA7CE5E754A}" presName="tx1" presStyleLbl="revTx" presStyleIdx="0" presStyleCnt="3"/>
      <dgm:spPr/>
    </dgm:pt>
    <dgm:pt modelId="{A8FBC0A6-7077-432D-B53A-DB2480FCAD6A}" type="pres">
      <dgm:prSet presAssocID="{A036B29B-4E76-4D56-BA2D-1CA7CE5E754A}" presName="vert1" presStyleCnt="0"/>
      <dgm:spPr/>
    </dgm:pt>
    <dgm:pt modelId="{709C576E-A480-4948-80A1-58E38F175CD3}" type="pres">
      <dgm:prSet presAssocID="{28129ECE-3FFA-4680-9795-DCFA136F2DC7}" presName="thickLine" presStyleLbl="alignNode1" presStyleIdx="1" presStyleCnt="3"/>
      <dgm:spPr/>
    </dgm:pt>
    <dgm:pt modelId="{FF23FBB2-C5E7-4BEC-BE56-62028F899DFD}" type="pres">
      <dgm:prSet presAssocID="{28129ECE-3FFA-4680-9795-DCFA136F2DC7}" presName="horz1" presStyleCnt="0"/>
      <dgm:spPr/>
    </dgm:pt>
    <dgm:pt modelId="{D8B99EAE-A42C-4DEE-BE65-F196CE4BA1FB}" type="pres">
      <dgm:prSet presAssocID="{28129ECE-3FFA-4680-9795-DCFA136F2DC7}" presName="tx1" presStyleLbl="revTx" presStyleIdx="1" presStyleCnt="3"/>
      <dgm:spPr/>
    </dgm:pt>
    <dgm:pt modelId="{2362E209-13FD-4F89-8520-D639533F9109}" type="pres">
      <dgm:prSet presAssocID="{28129ECE-3FFA-4680-9795-DCFA136F2DC7}" presName="vert1" presStyleCnt="0"/>
      <dgm:spPr/>
    </dgm:pt>
    <dgm:pt modelId="{F22FC87F-2A05-4085-B9B1-543A32740E68}" type="pres">
      <dgm:prSet presAssocID="{DC460A51-A796-449B-A9A8-B5A6AD4633EB}" presName="thickLine" presStyleLbl="alignNode1" presStyleIdx="2" presStyleCnt="3"/>
      <dgm:spPr/>
    </dgm:pt>
    <dgm:pt modelId="{A2B22FEB-44C7-4ABE-99EA-2B25DD9915AF}" type="pres">
      <dgm:prSet presAssocID="{DC460A51-A796-449B-A9A8-B5A6AD4633EB}" presName="horz1" presStyleCnt="0"/>
      <dgm:spPr/>
    </dgm:pt>
    <dgm:pt modelId="{D48F8A4E-48ED-4C97-A8F9-CE47DEBE8D02}" type="pres">
      <dgm:prSet presAssocID="{DC460A51-A796-449B-A9A8-B5A6AD4633EB}" presName="tx1" presStyleLbl="revTx" presStyleIdx="2" presStyleCnt="3"/>
      <dgm:spPr/>
    </dgm:pt>
    <dgm:pt modelId="{78A83267-FA98-4ABA-BAA0-9EAF52A190B3}" type="pres">
      <dgm:prSet presAssocID="{DC460A51-A796-449B-A9A8-B5A6AD4633EB}" presName="vert1" presStyleCnt="0"/>
      <dgm:spPr/>
    </dgm:pt>
  </dgm:ptLst>
  <dgm:cxnLst>
    <dgm:cxn modelId="{60347500-6C47-4616-B400-42094004EEAC}" srcId="{C470375C-C1D4-4646-9EC1-1CDF138DE2B1}" destId="{DC460A51-A796-449B-A9A8-B5A6AD4633EB}" srcOrd="2" destOrd="0" parTransId="{077B9447-6A3A-4588-9DB7-42496230FC62}" sibTransId="{96FFE29B-3C51-451F-AC62-DE4127D0488C}"/>
    <dgm:cxn modelId="{FA841403-E6AD-4077-8F53-3B21CA1BA569}" srcId="{C470375C-C1D4-4646-9EC1-1CDF138DE2B1}" destId="{28129ECE-3FFA-4680-9795-DCFA136F2DC7}" srcOrd="1" destOrd="0" parTransId="{1A56A17D-BEDE-4C51-827E-280F1149FB26}" sibTransId="{A7C0B74B-3709-4C41-95DE-661822C90F76}"/>
    <dgm:cxn modelId="{68B6A52B-942E-4B34-926E-2C7BA68EC8FC}" type="presOf" srcId="{DC460A51-A796-449B-A9A8-B5A6AD4633EB}" destId="{D48F8A4E-48ED-4C97-A8F9-CE47DEBE8D02}" srcOrd="0" destOrd="0" presId="urn:microsoft.com/office/officeart/2008/layout/LinedList"/>
    <dgm:cxn modelId="{48685B97-9028-4D93-8951-312088F9BBC3}" type="presOf" srcId="{28129ECE-3FFA-4680-9795-DCFA136F2DC7}" destId="{D8B99EAE-A42C-4DEE-BE65-F196CE4BA1FB}" srcOrd="0" destOrd="0" presId="urn:microsoft.com/office/officeart/2008/layout/LinedList"/>
    <dgm:cxn modelId="{A0FE00D0-484B-40F7-A699-AE454933C063}" srcId="{C470375C-C1D4-4646-9EC1-1CDF138DE2B1}" destId="{A036B29B-4E76-4D56-BA2D-1CA7CE5E754A}" srcOrd="0" destOrd="0" parTransId="{309383EF-8949-4408-8DF2-BF81A88127AA}" sibTransId="{E9A7F034-C35D-48B5-B7FF-059571D3F5D6}"/>
    <dgm:cxn modelId="{5BE75FE1-330D-4472-9E1D-56AA81F19C58}" type="presOf" srcId="{C470375C-C1D4-4646-9EC1-1CDF138DE2B1}" destId="{B2D5F81C-C299-43F3-92AA-D776DC790F21}" srcOrd="0" destOrd="0" presId="urn:microsoft.com/office/officeart/2008/layout/LinedList"/>
    <dgm:cxn modelId="{45C5D7FB-ACD9-4EBC-92C5-DD753A3CDAE9}" type="presOf" srcId="{A036B29B-4E76-4D56-BA2D-1CA7CE5E754A}" destId="{C2A55D40-6443-4791-B266-B3604D2F5945}" srcOrd="0" destOrd="0" presId="urn:microsoft.com/office/officeart/2008/layout/LinedList"/>
    <dgm:cxn modelId="{16F261DD-CFEC-4B54-B77C-31A589919584}" type="presParOf" srcId="{B2D5F81C-C299-43F3-92AA-D776DC790F21}" destId="{98D10802-AFC8-4987-8EED-C290F9BDE4CB}" srcOrd="0" destOrd="0" presId="urn:microsoft.com/office/officeart/2008/layout/LinedList"/>
    <dgm:cxn modelId="{43698D79-CC49-45E8-9AB3-C09F20C0BCEA}" type="presParOf" srcId="{B2D5F81C-C299-43F3-92AA-D776DC790F21}" destId="{4B8EF872-E851-4C83-BE2F-0385AD8F9303}" srcOrd="1" destOrd="0" presId="urn:microsoft.com/office/officeart/2008/layout/LinedList"/>
    <dgm:cxn modelId="{BBAA9771-428F-4A77-B28A-4E0088393FD6}" type="presParOf" srcId="{4B8EF872-E851-4C83-BE2F-0385AD8F9303}" destId="{C2A55D40-6443-4791-B266-B3604D2F5945}" srcOrd="0" destOrd="0" presId="urn:microsoft.com/office/officeart/2008/layout/LinedList"/>
    <dgm:cxn modelId="{2EE6675C-A821-4019-A102-D888A1B6C358}" type="presParOf" srcId="{4B8EF872-E851-4C83-BE2F-0385AD8F9303}" destId="{A8FBC0A6-7077-432D-B53A-DB2480FCAD6A}" srcOrd="1" destOrd="0" presId="urn:microsoft.com/office/officeart/2008/layout/LinedList"/>
    <dgm:cxn modelId="{B52EE149-5935-44FC-AD40-83BF97636DA5}" type="presParOf" srcId="{B2D5F81C-C299-43F3-92AA-D776DC790F21}" destId="{709C576E-A480-4948-80A1-58E38F175CD3}" srcOrd="2" destOrd="0" presId="urn:microsoft.com/office/officeart/2008/layout/LinedList"/>
    <dgm:cxn modelId="{030CD412-8A63-458E-9528-06AFF18E8C2C}" type="presParOf" srcId="{B2D5F81C-C299-43F3-92AA-D776DC790F21}" destId="{FF23FBB2-C5E7-4BEC-BE56-62028F899DFD}" srcOrd="3" destOrd="0" presId="urn:microsoft.com/office/officeart/2008/layout/LinedList"/>
    <dgm:cxn modelId="{18AE1DA5-C613-4A77-A328-DA8CEE1120D0}" type="presParOf" srcId="{FF23FBB2-C5E7-4BEC-BE56-62028F899DFD}" destId="{D8B99EAE-A42C-4DEE-BE65-F196CE4BA1FB}" srcOrd="0" destOrd="0" presId="urn:microsoft.com/office/officeart/2008/layout/LinedList"/>
    <dgm:cxn modelId="{933F0F70-406A-462F-8163-820D87206DEC}" type="presParOf" srcId="{FF23FBB2-C5E7-4BEC-BE56-62028F899DFD}" destId="{2362E209-13FD-4F89-8520-D639533F9109}" srcOrd="1" destOrd="0" presId="urn:microsoft.com/office/officeart/2008/layout/LinedList"/>
    <dgm:cxn modelId="{D3629BD7-D715-431A-A010-77689BB4B70A}" type="presParOf" srcId="{B2D5F81C-C299-43F3-92AA-D776DC790F21}" destId="{F22FC87F-2A05-4085-B9B1-543A32740E68}" srcOrd="4" destOrd="0" presId="urn:microsoft.com/office/officeart/2008/layout/LinedList"/>
    <dgm:cxn modelId="{3BCA2775-81A2-4736-B3E5-99409700A561}" type="presParOf" srcId="{B2D5F81C-C299-43F3-92AA-D776DC790F21}" destId="{A2B22FEB-44C7-4ABE-99EA-2B25DD9915AF}" srcOrd="5" destOrd="0" presId="urn:microsoft.com/office/officeart/2008/layout/LinedList"/>
    <dgm:cxn modelId="{A7E25F1B-AE4E-4B30-9CF1-C92EDB6BDDF1}" type="presParOf" srcId="{A2B22FEB-44C7-4ABE-99EA-2B25DD9915AF}" destId="{D48F8A4E-48ED-4C97-A8F9-CE47DEBE8D02}" srcOrd="0" destOrd="0" presId="urn:microsoft.com/office/officeart/2008/layout/LinedList"/>
    <dgm:cxn modelId="{315639C2-977D-4357-A34C-8133E649CD11}" type="presParOf" srcId="{A2B22FEB-44C7-4ABE-99EA-2B25DD9915AF}" destId="{78A83267-FA98-4ABA-BAA0-9EAF52A190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5C07A6-9519-4B09-9486-186F48969625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11FEB1C-3A5B-4139-A060-FBA6F558FF80}">
      <dgm:prSet/>
      <dgm:spPr/>
      <dgm:t>
        <a:bodyPr/>
        <a:lstStyle/>
        <a:p>
          <a:r>
            <a:rPr lang="en-US"/>
            <a:t>Debit</a:t>
          </a:r>
        </a:p>
      </dgm:t>
    </dgm:pt>
    <dgm:pt modelId="{490BBA56-DC68-47A6-AA5B-36235596375A}" type="parTrans" cxnId="{01333B65-A637-4CFB-A5D5-226C1C68E58C}">
      <dgm:prSet/>
      <dgm:spPr/>
      <dgm:t>
        <a:bodyPr/>
        <a:lstStyle/>
        <a:p>
          <a:endParaRPr lang="en-US"/>
        </a:p>
      </dgm:t>
    </dgm:pt>
    <dgm:pt modelId="{F9721E92-775A-485F-948B-9BD2C93978E0}" type="sibTrans" cxnId="{01333B65-A637-4CFB-A5D5-226C1C68E58C}">
      <dgm:prSet/>
      <dgm:spPr/>
      <dgm:t>
        <a:bodyPr/>
        <a:lstStyle/>
        <a:p>
          <a:endParaRPr lang="en-US"/>
        </a:p>
      </dgm:t>
    </dgm:pt>
    <dgm:pt modelId="{D9201F34-4995-402B-B9D2-8424F97CBCD3}">
      <dgm:prSet/>
      <dgm:spPr/>
      <dgm:t>
        <a:bodyPr/>
        <a:lstStyle/>
        <a:p>
          <a:r>
            <a:rPr lang="en-US"/>
            <a:t>• Personal: Debit receiver, Credit giver</a:t>
          </a:r>
        </a:p>
      </dgm:t>
    </dgm:pt>
    <dgm:pt modelId="{6D5740D1-AEA5-49F8-8D6D-0AB87435FEA8}" type="parTrans" cxnId="{D1A2870D-2C38-4245-A447-0AF17BF4DD9F}">
      <dgm:prSet/>
      <dgm:spPr/>
      <dgm:t>
        <a:bodyPr/>
        <a:lstStyle/>
        <a:p>
          <a:endParaRPr lang="en-US"/>
        </a:p>
      </dgm:t>
    </dgm:pt>
    <dgm:pt modelId="{02FC24BF-AF5D-4115-8ED7-DB884040A7AF}" type="sibTrans" cxnId="{D1A2870D-2C38-4245-A447-0AF17BF4DD9F}">
      <dgm:prSet/>
      <dgm:spPr/>
      <dgm:t>
        <a:bodyPr/>
        <a:lstStyle/>
        <a:p>
          <a:endParaRPr lang="en-US"/>
        </a:p>
      </dgm:t>
    </dgm:pt>
    <dgm:pt modelId="{90D65505-A158-4698-B313-A45D497A6EBC}">
      <dgm:prSet/>
      <dgm:spPr/>
      <dgm:t>
        <a:bodyPr/>
        <a:lstStyle/>
        <a:p>
          <a:r>
            <a:rPr lang="en-US"/>
            <a:t>Debit</a:t>
          </a:r>
        </a:p>
      </dgm:t>
    </dgm:pt>
    <dgm:pt modelId="{52BA8CAB-304D-46C6-BD69-E0082DC68D92}" type="parTrans" cxnId="{CFF68CED-0C99-485D-8852-7305489BB88A}">
      <dgm:prSet/>
      <dgm:spPr/>
      <dgm:t>
        <a:bodyPr/>
        <a:lstStyle/>
        <a:p>
          <a:endParaRPr lang="en-US"/>
        </a:p>
      </dgm:t>
    </dgm:pt>
    <dgm:pt modelId="{47A13FB8-3278-4D21-9759-955F714970BB}" type="sibTrans" cxnId="{CFF68CED-0C99-485D-8852-7305489BB88A}">
      <dgm:prSet/>
      <dgm:spPr/>
      <dgm:t>
        <a:bodyPr/>
        <a:lstStyle/>
        <a:p>
          <a:endParaRPr lang="en-US"/>
        </a:p>
      </dgm:t>
    </dgm:pt>
    <dgm:pt modelId="{8436F4D9-D6C2-4A9D-AE43-1873A59C2168}">
      <dgm:prSet/>
      <dgm:spPr/>
      <dgm:t>
        <a:bodyPr/>
        <a:lstStyle/>
        <a:p>
          <a:r>
            <a:rPr lang="en-US"/>
            <a:t>• Real: Debit what comes in, Credit what goes out</a:t>
          </a:r>
        </a:p>
      </dgm:t>
    </dgm:pt>
    <dgm:pt modelId="{15729297-2E44-4B85-80AF-278400A206F1}" type="parTrans" cxnId="{63AC6BD7-69DF-4BF8-AF64-B68C6D3BE80F}">
      <dgm:prSet/>
      <dgm:spPr/>
      <dgm:t>
        <a:bodyPr/>
        <a:lstStyle/>
        <a:p>
          <a:endParaRPr lang="en-US"/>
        </a:p>
      </dgm:t>
    </dgm:pt>
    <dgm:pt modelId="{C8987A7F-C961-43B7-8927-E89E96A9802F}" type="sibTrans" cxnId="{63AC6BD7-69DF-4BF8-AF64-B68C6D3BE80F}">
      <dgm:prSet/>
      <dgm:spPr/>
      <dgm:t>
        <a:bodyPr/>
        <a:lstStyle/>
        <a:p>
          <a:endParaRPr lang="en-US"/>
        </a:p>
      </dgm:t>
    </dgm:pt>
    <dgm:pt modelId="{28273473-8AEE-4A37-A03D-132E4E14B400}">
      <dgm:prSet/>
      <dgm:spPr/>
      <dgm:t>
        <a:bodyPr/>
        <a:lstStyle/>
        <a:p>
          <a:r>
            <a:rPr lang="en-US"/>
            <a:t>Debit</a:t>
          </a:r>
        </a:p>
      </dgm:t>
    </dgm:pt>
    <dgm:pt modelId="{BA21EE2D-E75C-4466-9C88-DEFADBA8A06D}" type="parTrans" cxnId="{5A990485-9E9B-444C-8DFF-40F416D2CE31}">
      <dgm:prSet/>
      <dgm:spPr/>
      <dgm:t>
        <a:bodyPr/>
        <a:lstStyle/>
        <a:p>
          <a:endParaRPr lang="en-US"/>
        </a:p>
      </dgm:t>
    </dgm:pt>
    <dgm:pt modelId="{112D498B-79A6-40DF-8598-078775DDFF3F}" type="sibTrans" cxnId="{5A990485-9E9B-444C-8DFF-40F416D2CE31}">
      <dgm:prSet/>
      <dgm:spPr/>
      <dgm:t>
        <a:bodyPr/>
        <a:lstStyle/>
        <a:p>
          <a:endParaRPr lang="en-US"/>
        </a:p>
      </dgm:t>
    </dgm:pt>
    <dgm:pt modelId="{3F286D07-A852-4FBD-A8C5-2F4F3A2585C9}">
      <dgm:prSet/>
      <dgm:spPr/>
      <dgm:t>
        <a:bodyPr/>
        <a:lstStyle/>
        <a:p>
          <a:r>
            <a:rPr lang="en-US"/>
            <a:t>• Nominal: Debit expenses, Credit income</a:t>
          </a:r>
        </a:p>
      </dgm:t>
    </dgm:pt>
    <dgm:pt modelId="{D4C6A774-F70B-49CF-8ED5-2C63B4A6D6E9}" type="parTrans" cxnId="{4EBAC67A-FD1E-4339-AF15-4388C9A347C8}">
      <dgm:prSet/>
      <dgm:spPr/>
      <dgm:t>
        <a:bodyPr/>
        <a:lstStyle/>
        <a:p>
          <a:endParaRPr lang="en-US"/>
        </a:p>
      </dgm:t>
    </dgm:pt>
    <dgm:pt modelId="{BBDCB4EF-0821-4F61-90EC-A3C8120C0D07}" type="sibTrans" cxnId="{4EBAC67A-FD1E-4339-AF15-4388C9A347C8}">
      <dgm:prSet/>
      <dgm:spPr/>
      <dgm:t>
        <a:bodyPr/>
        <a:lstStyle/>
        <a:p>
          <a:endParaRPr lang="en-US"/>
        </a:p>
      </dgm:t>
    </dgm:pt>
    <dgm:pt modelId="{C1E41EBF-A62F-4A79-953A-E02D5AAB8F69}" type="pres">
      <dgm:prSet presAssocID="{C35C07A6-9519-4B09-9486-186F48969625}" presName="Name0" presStyleCnt="0">
        <dgm:presLayoutVars>
          <dgm:dir/>
          <dgm:animLvl val="lvl"/>
          <dgm:resizeHandles val="exact"/>
        </dgm:presLayoutVars>
      </dgm:prSet>
      <dgm:spPr/>
    </dgm:pt>
    <dgm:pt modelId="{72F61C5C-720F-45C4-B9A5-3E75A765FA2C}" type="pres">
      <dgm:prSet presAssocID="{811FEB1C-3A5B-4139-A060-FBA6F558FF80}" presName="linNode" presStyleCnt="0"/>
      <dgm:spPr/>
    </dgm:pt>
    <dgm:pt modelId="{602F62CC-66B6-4FCE-9925-19850C66255A}" type="pres">
      <dgm:prSet presAssocID="{811FEB1C-3A5B-4139-A060-FBA6F558FF80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712C6249-E453-4BDC-A348-7EEF80936393}" type="pres">
      <dgm:prSet presAssocID="{811FEB1C-3A5B-4139-A060-FBA6F558FF80}" presName="descendantText" presStyleLbl="alignNode1" presStyleIdx="0" presStyleCnt="3">
        <dgm:presLayoutVars>
          <dgm:bulletEnabled/>
        </dgm:presLayoutVars>
      </dgm:prSet>
      <dgm:spPr/>
    </dgm:pt>
    <dgm:pt modelId="{D0EA3B5C-67CA-41A4-9A4D-317E7233BB48}" type="pres">
      <dgm:prSet presAssocID="{F9721E92-775A-485F-948B-9BD2C93978E0}" presName="sp" presStyleCnt="0"/>
      <dgm:spPr/>
    </dgm:pt>
    <dgm:pt modelId="{70A4D030-4599-44E3-827F-06052CB30D9D}" type="pres">
      <dgm:prSet presAssocID="{90D65505-A158-4698-B313-A45D497A6EBC}" presName="linNode" presStyleCnt="0"/>
      <dgm:spPr/>
    </dgm:pt>
    <dgm:pt modelId="{E45D4BEE-6D82-4096-A736-3AA9022FB997}" type="pres">
      <dgm:prSet presAssocID="{90D65505-A158-4698-B313-A45D497A6EBC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AECC3C24-6651-4933-8907-621CC9B5904E}" type="pres">
      <dgm:prSet presAssocID="{90D65505-A158-4698-B313-A45D497A6EBC}" presName="descendantText" presStyleLbl="alignNode1" presStyleIdx="1" presStyleCnt="3">
        <dgm:presLayoutVars>
          <dgm:bulletEnabled/>
        </dgm:presLayoutVars>
      </dgm:prSet>
      <dgm:spPr/>
    </dgm:pt>
    <dgm:pt modelId="{12622E26-DB2A-4349-BAAA-77BE466649F4}" type="pres">
      <dgm:prSet presAssocID="{47A13FB8-3278-4D21-9759-955F714970BB}" presName="sp" presStyleCnt="0"/>
      <dgm:spPr/>
    </dgm:pt>
    <dgm:pt modelId="{5C283A1A-8FA6-48F3-85E3-799CBD73011A}" type="pres">
      <dgm:prSet presAssocID="{28273473-8AEE-4A37-A03D-132E4E14B400}" presName="linNode" presStyleCnt="0"/>
      <dgm:spPr/>
    </dgm:pt>
    <dgm:pt modelId="{802EB3CD-CDA5-4BD4-AAF4-C50011056352}" type="pres">
      <dgm:prSet presAssocID="{28273473-8AEE-4A37-A03D-132E4E14B400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A3E4767A-18EA-42F4-87C3-0552B937E1A6}" type="pres">
      <dgm:prSet presAssocID="{28273473-8AEE-4A37-A03D-132E4E14B400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DC04BE03-87A0-4871-BA66-7E72F8B32080}" type="presOf" srcId="{28273473-8AEE-4A37-A03D-132E4E14B400}" destId="{802EB3CD-CDA5-4BD4-AAF4-C50011056352}" srcOrd="0" destOrd="0" presId="urn:microsoft.com/office/officeart/2016/7/layout/VerticalHollowActionList"/>
    <dgm:cxn modelId="{D1A2870D-2C38-4245-A447-0AF17BF4DD9F}" srcId="{811FEB1C-3A5B-4139-A060-FBA6F558FF80}" destId="{D9201F34-4995-402B-B9D2-8424F97CBCD3}" srcOrd="0" destOrd="0" parTransId="{6D5740D1-AEA5-49F8-8D6D-0AB87435FEA8}" sibTransId="{02FC24BF-AF5D-4115-8ED7-DB884040A7AF}"/>
    <dgm:cxn modelId="{01333B65-A637-4CFB-A5D5-226C1C68E58C}" srcId="{C35C07A6-9519-4B09-9486-186F48969625}" destId="{811FEB1C-3A5B-4139-A060-FBA6F558FF80}" srcOrd="0" destOrd="0" parTransId="{490BBA56-DC68-47A6-AA5B-36235596375A}" sibTransId="{F9721E92-775A-485F-948B-9BD2C93978E0}"/>
    <dgm:cxn modelId="{A6650651-52EC-4D2E-8634-202C90AE5C43}" type="presOf" srcId="{3F286D07-A852-4FBD-A8C5-2F4F3A2585C9}" destId="{A3E4767A-18EA-42F4-87C3-0552B937E1A6}" srcOrd="0" destOrd="0" presId="urn:microsoft.com/office/officeart/2016/7/layout/VerticalHollowActionList"/>
    <dgm:cxn modelId="{4EBAC67A-FD1E-4339-AF15-4388C9A347C8}" srcId="{28273473-8AEE-4A37-A03D-132E4E14B400}" destId="{3F286D07-A852-4FBD-A8C5-2F4F3A2585C9}" srcOrd="0" destOrd="0" parTransId="{D4C6A774-F70B-49CF-8ED5-2C63B4A6D6E9}" sibTransId="{BBDCB4EF-0821-4F61-90EC-A3C8120C0D07}"/>
    <dgm:cxn modelId="{5A990485-9E9B-444C-8DFF-40F416D2CE31}" srcId="{C35C07A6-9519-4B09-9486-186F48969625}" destId="{28273473-8AEE-4A37-A03D-132E4E14B400}" srcOrd="2" destOrd="0" parTransId="{BA21EE2D-E75C-4466-9C88-DEFADBA8A06D}" sibTransId="{112D498B-79A6-40DF-8598-078775DDFF3F}"/>
    <dgm:cxn modelId="{6392DBB9-2553-4CA6-9BA5-1A01087DDCBC}" type="presOf" srcId="{811FEB1C-3A5B-4139-A060-FBA6F558FF80}" destId="{602F62CC-66B6-4FCE-9925-19850C66255A}" srcOrd="0" destOrd="0" presId="urn:microsoft.com/office/officeart/2016/7/layout/VerticalHollowActionList"/>
    <dgm:cxn modelId="{0E6F47BE-4C5B-414C-BF9A-714B3818A303}" type="presOf" srcId="{90D65505-A158-4698-B313-A45D497A6EBC}" destId="{E45D4BEE-6D82-4096-A736-3AA9022FB997}" srcOrd="0" destOrd="0" presId="urn:microsoft.com/office/officeart/2016/7/layout/VerticalHollowActionList"/>
    <dgm:cxn modelId="{B63671C6-E1E6-45DD-9967-02F59C1D8CF0}" type="presOf" srcId="{8436F4D9-D6C2-4A9D-AE43-1873A59C2168}" destId="{AECC3C24-6651-4933-8907-621CC9B5904E}" srcOrd="0" destOrd="0" presId="urn:microsoft.com/office/officeart/2016/7/layout/VerticalHollowActionList"/>
    <dgm:cxn modelId="{7476B7CA-F040-48D1-8007-B4E4F6997F85}" type="presOf" srcId="{D9201F34-4995-402B-B9D2-8424F97CBCD3}" destId="{712C6249-E453-4BDC-A348-7EEF80936393}" srcOrd="0" destOrd="0" presId="urn:microsoft.com/office/officeart/2016/7/layout/VerticalHollowActionList"/>
    <dgm:cxn modelId="{63AC6BD7-69DF-4BF8-AF64-B68C6D3BE80F}" srcId="{90D65505-A158-4698-B313-A45D497A6EBC}" destId="{8436F4D9-D6C2-4A9D-AE43-1873A59C2168}" srcOrd="0" destOrd="0" parTransId="{15729297-2E44-4B85-80AF-278400A206F1}" sibTransId="{C8987A7F-C961-43B7-8927-E89E96A9802F}"/>
    <dgm:cxn modelId="{CFF68CED-0C99-485D-8852-7305489BB88A}" srcId="{C35C07A6-9519-4B09-9486-186F48969625}" destId="{90D65505-A158-4698-B313-A45D497A6EBC}" srcOrd="1" destOrd="0" parTransId="{52BA8CAB-304D-46C6-BD69-E0082DC68D92}" sibTransId="{47A13FB8-3278-4D21-9759-955F714970BB}"/>
    <dgm:cxn modelId="{5757FEED-37A3-4B74-B28F-685E8F7F585B}" type="presOf" srcId="{C35C07A6-9519-4B09-9486-186F48969625}" destId="{C1E41EBF-A62F-4A79-953A-E02D5AAB8F69}" srcOrd="0" destOrd="0" presId="urn:microsoft.com/office/officeart/2016/7/layout/VerticalHollowActionList"/>
    <dgm:cxn modelId="{B11D2D3D-7879-4C3A-A8EF-B3F28FA981F6}" type="presParOf" srcId="{C1E41EBF-A62F-4A79-953A-E02D5AAB8F69}" destId="{72F61C5C-720F-45C4-B9A5-3E75A765FA2C}" srcOrd="0" destOrd="0" presId="urn:microsoft.com/office/officeart/2016/7/layout/VerticalHollowActionList"/>
    <dgm:cxn modelId="{959AA40B-7FCF-462C-9AE6-F870315F640C}" type="presParOf" srcId="{72F61C5C-720F-45C4-B9A5-3E75A765FA2C}" destId="{602F62CC-66B6-4FCE-9925-19850C66255A}" srcOrd="0" destOrd="0" presId="urn:microsoft.com/office/officeart/2016/7/layout/VerticalHollowActionList"/>
    <dgm:cxn modelId="{56BA4E99-E61D-411E-B8F2-377FBE5768D8}" type="presParOf" srcId="{72F61C5C-720F-45C4-B9A5-3E75A765FA2C}" destId="{712C6249-E453-4BDC-A348-7EEF80936393}" srcOrd="1" destOrd="0" presId="urn:microsoft.com/office/officeart/2016/7/layout/VerticalHollowActionList"/>
    <dgm:cxn modelId="{75325394-E2DE-42F0-B006-D61C9E35201B}" type="presParOf" srcId="{C1E41EBF-A62F-4A79-953A-E02D5AAB8F69}" destId="{D0EA3B5C-67CA-41A4-9A4D-317E7233BB48}" srcOrd="1" destOrd="0" presId="urn:microsoft.com/office/officeart/2016/7/layout/VerticalHollowActionList"/>
    <dgm:cxn modelId="{F39FA006-0D45-4E6C-AAE9-5D926C39892D}" type="presParOf" srcId="{C1E41EBF-A62F-4A79-953A-E02D5AAB8F69}" destId="{70A4D030-4599-44E3-827F-06052CB30D9D}" srcOrd="2" destOrd="0" presId="urn:microsoft.com/office/officeart/2016/7/layout/VerticalHollowActionList"/>
    <dgm:cxn modelId="{1FF654D3-9766-42D1-9FB1-0DB9232E103D}" type="presParOf" srcId="{70A4D030-4599-44E3-827F-06052CB30D9D}" destId="{E45D4BEE-6D82-4096-A736-3AA9022FB997}" srcOrd="0" destOrd="0" presId="urn:microsoft.com/office/officeart/2016/7/layout/VerticalHollowActionList"/>
    <dgm:cxn modelId="{C32C1D16-570E-446B-9CFC-7E419EE3FA79}" type="presParOf" srcId="{70A4D030-4599-44E3-827F-06052CB30D9D}" destId="{AECC3C24-6651-4933-8907-621CC9B5904E}" srcOrd="1" destOrd="0" presId="urn:microsoft.com/office/officeart/2016/7/layout/VerticalHollowActionList"/>
    <dgm:cxn modelId="{0AC2CE56-B362-4985-855D-CC35F9B12118}" type="presParOf" srcId="{C1E41EBF-A62F-4A79-953A-E02D5AAB8F69}" destId="{12622E26-DB2A-4349-BAAA-77BE466649F4}" srcOrd="3" destOrd="0" presId="urn:microsoft.com/office/officeart/2016/7/layout/VerticalHollowActionList"/>
    <dgm:cxn modelId="{8B95F237-F86D-4A31-8E07-46EC555DBFBF}" type="presParOf" srcId="{C1E41EBF-A62F-4A79-953A-E02D5AAB8F69}" destId="{5C283A1A-8FA6-48F3-85E3-799CBD73011A}" srcOrd="4" destOrd="0" presId="urn:microsoft.com/office/officeart/2016/7/layout/VerticalHollowActionList"/>
    <dgm:cxn modelId="{55A0AD7D-FACD-4ED1-A068-B4441A49764C}" type="presParOf" srcId="{5C283A1A-8FA6-48F3-85E3-799CBD73011A}" destId="{802EB3CD-CDA5-4BD4-AAF4-C50011056352}" srcOrd="0" destOrd="0" presId="urn:microsoft.com/office/officeart/2016/7/layout/VerticalHollowActionList"/>
    <dgm:cxn modelId="{23D3DD9C-2CED-4B13-8EA7-B73DEE40AA2C}" type="presParOf" srcId="{5C283A1A-8FA6-48F3-85E3-799CBD73011A}" destId="{A3E4767A-18EA-42F4-87C3-0552B937E1A6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7974D15-29C8-44C7-8094-BDD80450AF5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58E5086-3E84-4453-BD3C-24CF905F058B}">
      <dgm:prSet/>
      <dgm:spPr/>
      <dgm:t>
        <a:bodyPr/>
        <a:lstStyle/>
        <a:p>
          <a:pPr>
            <a:defRPr cap="all"/>
          </a:pPr>
          <a:r>
            <a:rPr lang="en-US"/>
            <a:t>• Going Concern assumption</a:t>
          </a:r>
        </a:p>
      </dgm:t>
    </dgm:pt>
    <dgm:pt modelId="{052E824F-3A5E-4AA0-B605-A5B512947073}" type="parTrans" cxnId="{8A6330EF-76B9-49FA-BEB2-3D85C6D93E50}">
      <dgm:prSet/>
      <dgm:spPr/>
      <dgm:t>
        <a:bodyPr/>
        <a:lstStyle/>
        <a:p>
          <a:endParaRPr lang="en-US"/>
        </a:p>
      </dgm:t>
    </dgm:pt>
    <dgm:pt modelId="{F9BDF7B6-E0D4-4E58-B14D-9DE3F8FEA25A}" type="sibTrans" cxnId="{8A6330EF-76B9-49FA-BEB2-3D85C6D93E50}">
      <dgm:prSet/>
      <dgm:spPr/>
      <dgm:t>
        <a:bodyPr/>
        <a:lstStyle/>
        <a:p>
          <a:endParaRPr lang="en-US"/>
        </a:p>
      </dgm:t>
    </dgm:pt>
    <dgm:pt modelId="{833FFE6D-6A0F-4A0D-BFBB-301E373E70E4}">
      <dgm:prSet/>
      <dgm:spPr/>
      <dgm:t>
        <a:bodyPr/>
        <a:lstStyle/>
        <a:p>
          <a:pPr>
            <a:defRPr cap="all"/>
          </a:pPr>
          <a:r>
            <a:rPr lang="en-US"/>
            <a:t>• Matching revenue with expenses</a:t>
          </a:r>
        </a:p>
      </dgm:t>
    </dgm:pt>
    <dgm:pt modelId="{F39FB5ED-D931-4C1E-9FEE-69748824C4A2}" type="parTrans" cxnId="{188BB421-9590-4F23-B90D-5E4A20F099F7}">
      <dgm:prSet/>
      <dgm:spPr/>
      <dgm:t>
        <a:bodyPr/>
        <a:lstStyle/>
        <a:p>
          <a:endParaRPr lang="en-US"/>
        </a:p>
      </dgm:t>
    </dgm:pt>
    <dgm:pt modelId="{E0C68DB0-09DC-4F18-8FED-683FCF4E672A}" type="sibTrans" cxnId="{188BB421-9590-4F23-B90D-5E4A20F099F7}">
      <dgm:prSet/>
      <dgm:spPr/>
      <dgm:t>
        <a:bodyPr/>
        <a:lstStyle/>
        <a:p>
          <a:endParaRPr lang="en-US"/>
        </a:p>
      </dgm:t>
    </dgm:pt>
    <dgm:pt modelId="{5091FBAE-D877-4F64-94A8-59701477C2D9}" type="pres">
      <dgm:prSet presAssocID="{D7974D15-29C8-44C7-8094-BDD80450AF52}" presName="root" presStyleCnt="0">
        <dgm:presLayoutVars>
          <dgm:dir/>
          <dgm:resizeHandles val="exact"/>
        </dgm:presLayoutVars>
      </dgm:prSet>
      <dgm:spPr/>
    </dgm:pt>
    <dgm:pt modelId="{B6789719-9C65-43D6-B6DE-C7E8E553721D}" type="pres">
      <dgm:prSet presAssocID="{F58E5086-3E84-4453-BD3C-24CF905F058B}" presName="compNode" presStyleCnt="0"/>
      <dgm:spPr/>
    </dgm:pt>
    <dgm:pt modelId="{5735B484-D0CE-40EF-A6D7-965B2C76B06B}" type="pres">
      <dgm:prSet presAssocID="{F58E5086-3E84-4453-BD3C-24CF905F058B}" presName="iconBgRect" presStyleLbl="bgShp" presStyleIdx="0" presStyleCnt="2"/>
      <dgm:spPr/>
    </dgm:pt>
    <dgm:pt modelId="{9D21E0D2-9C58-4B61-94E0-E13BC34B0A45}" type="pres">
      <dgm:prSet presAssocID="{F58E5086-3E84-4453-BD3C-24CF905F05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80A16D3-10E0-4A9C-9104-9E74ED48DB08}" type="pres">
      <dgm:prSet presAssocID="{F58E5086-3E84-4453-BD3C-24CF905F058B}" presName="spaceRect" presStyleCnt="0"/>
      <dgm:spPr/>
    </dgm:pt>
    <dgm:pt modelId="{C6661511-695A-446D-ABA6-28FEE66E4E72}" type="pres">
      <dgm:prSet presAssocID="{F58E5086-3E84-4453-BD3C-24CF905F058B}" presName="textRect" presStyleLbl="revTx" presStyleIdx="0" presStyleCnt="2">
        <dgm:presLayoutVars>
          <dgm:chMax val="1"/>
          <dgm:chPref val="1"/>
        </dgm:presLayoutVars>
      </dgm:prSet>
      <dgm:spPr/>
    </dgm:pt>
    <dgm:pt modelId="{F6CB021E-35E4-4B03-97EF-88A050F30E5D}" type="pres">
      <dgm:prSet presAssocID="{F9BDF7B6-E0D4-4E58-B14D-9DE3F8FEA25A}" presName="sibTrans" presStyleCnt="0"/>
      <dgm:spPr/>
    </dgm:pt>
    <dgm:pt modelId="{2CBF7B5F-7AD9-4A40-8999-A6CA5B7C0871}" type="pres">
      <dgm:prSet presAssocID="{833FFE6D-6A0F-4A0D-BFBB-301E373E70E4}" presName="compNode" presStyleCnt="0"/>
      <dgm:spPr/>
    </dgm:pt>
    <dgm:pt modelId="{30C8257D-0F71-44B3-A71B-A8BE5CD2022A}" type="pres">
      <dgm:prSet presAssocID="{833FFE6D-6A0F-4A0D-BFBB-301E373E70E4}" presName="iconBgRect" presStyleLbl="bgShp" presStyleIdx="1" presStyleCnt="2"/>
      <dgm:spPr/>
    </dgm:pt>
    <dgm:pt modelId="{D4428B37-3B95-4F0E-9474-245D9E109940}" type="pres">
      <dgm:prSet presAssocID="{833FFE6D-6A0F-4A0D-BFBB-301E373E70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A35438E9-2A56-4DB1-AB9A-0E12B97F4FC4}" type="pres">
      <dgm:prSet presAssocID="{833FFE6D-6A0F-4A0D-BFBB-301E373E70E4}" presName="spaceRect" presStyleCnt="0"/>
      <dgm:spPr/>
    </dgm:pt>
    <dgm:pt modelId="{4B9D4A75-BAFA-47BB-A94C-BA0B42A1FBA9}" type="pres">
      <dgm:prSet presAssocID="{833FFE6D-6A0F-4A0D-BFBB-301E373E70E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88BB421-9590-4F23-B90D-5E4A20F099F7}" srcId="{D7974D15-29C8-44C7-8094-BDD80450AF52}" destId="{833FFE6D-6A0F-4A0D-BFBB-301E373E70E4}" srcOrd="1" destOrd="0" parTransId="{F39FB5ED-D931-4C1E-9FEE-69748824C4A2}" sibTransId="{E0C68DB0-09DC-4F18-8FED-683FCF4E672A}"/>
    <dgm:cxn modelId="{F78A0FAD-CD39-43A6-B776-4ABA3898E9ED}" type="presOf" srcId="{833FFE6D-6A0F-4A0D-BFBB-301E373E70E4}" destId="{4B9D4A75-BAFA-47BB-A94C-BA0B42A1FBA9}" srcOrd="0" destOrd="0" presId="urn:microsoft.com/office/officeart/2018/5/layout/IconCircleLabelList"/>
    <dgm:cxn modelId="{93A292BD-2FD0-462A-A2B4-A092A498A7EC}" type="presOf" srcId="{D7974D15-29C8-44C7-8094-BDD80450AF52}" destId="{5091FBAE-D877-4F64-94A8-59701477C2D9}" srcOrd="0" destOrd="0" presId="urn:microsoft.com/office/officeart/2018/5/layout/IconCircleLabelList"/>
    <dgm:cxn modelId="{8A6330EF-76B9-49FA-BEB2-3D85C6D93E50}" srcId="{D7974D15-29C8-44C7-8094-BDD80450AF52}" destId="{F58E5086-3E84-4453-BD3C-24CF905F058B}" srcOrd="0" destOrd="0" parTransId="{052E824F-3A5E-4AA0-B605-A5B512947073}" sibTransId="{F9BDF7B6-E0D4-4E58-B14D-9DE3F8FEA25A}"/>
    <dgm:cxn modelId="{AE548EF2-6CDF-4611-AE75-15DFA3A07C7F}" type="presOf" srcId="{F58E5086-3E84-4453-BD3C-24CF905F058B}" destId="{C6661511-695A-446D-ABA6-28FEE66E4E72}" srcOrd="0" destOrd="0" presId="urn:microsoft.com/office/officeart/2018/5/layout/IconCircleLabelList"/>
    <dgm:cxn modelId="{51FB22FC-C3A7-4B01-A952-FFB8870B0DE8}" type="presParOf" srcId="{5091FBAE-D877-4F64-94A8-59701477C2D9}" destId="{B6789719-9C65-43D6-B6DE-C7E8E553721D}" srcOrd="0" destOrd="0" presId="urn:microsoft.com/office/officeart/2018/5/layout/IconCircleLabelList"/>
    <dgm:cxn modelId="{C5D3953B-8BF2-4685-8EDF-82589525B23B}" type="presParOf" srcId="{B6789719-9C65-43D6-B6DE-C7E8E553721D}" destId="{5735B484-D0CE-40EF-A6D7-965B2C76B06B}" srcOrd="0" destOrd="0" presId="urn:microsoft.com/office/officeart/2018/5/layout/IconCircleLabelList"/>
    <dgm:cxn modelId="{E3A459D7-5700-46EF-B378-EA75AFF3BAB8}" type="presParOf" srcId="{B6789719-9C65-43D6-B6DE-C7E8E553721D}" destId="{9D21E0D2-9C58-4B61-94E0-E13BC34B0A45}" srcOrd="1" destOrd="0" presId="urn:microsoft.com/office/officeart/2018/5/layout/IconCircleLabelList"/>
    <dgm:cxn modelId="{5EC335E9-6504-476A-8A04-819DC342C664}" type="presParOf" srcId="{B6789719-9C65-43D6-B6DE-C7E8E553721D}" destId="{580A16D3-10E0-4A9C-9104-9E74ED48DB08}" srcOrd="2" destOrd="0" presId="urn:microsoft.com/office/officeart/2018/5/layout/IconCircleLabelList"/>
    <dgm:cxn modelId="{53E22ECF-F8CC-49B0-AFD1-DB587B82AE58}" type="presParOf" srcId="{B6789719-9C65-43D6-B6DE-C7E8E553721D}" destId="{C6661511-695A-446D-ABA6-28FEE66E4E72}" srcOrd="3" destOrd="0" presId="urn:microsoft.com/office/officeart/2018/5/layout/IconCircleLabelList"/>
    <dgm:cxn modelId="{AE7B05FA-2501-4570-976E-DE609044BE8D}" type="presParOf" srcId="{5091FBAE-D877-4F64-94A8-59701477C2D9}" destId="{F6CB021E-35E4-4B03-97EF-88A050F30E5D}" srcOrd="1" destOrd="0" presId="urn:microsoft.com/office/officeart/2018/5/layout/IconCircleLabelList"/>
    <dgm:cxn modelId="{6A448AA0-98D3-4B5B-B936-2277253CA99A}" type="presParOf" srcId="{5091FBAE-D877-4F64-94A8-59701477C2D9}" destId="{2CBF7B5F-7AD9-4A40-8999-A6CA5B7C0871}" srcOrd="2" destOrd="0" presId="urn:microsoft.com/office/officeart/2018/5/layout/IconCircleLabelList"/>
    <dgm:cxn modelId="{A31DF95F-20F7-4F36-8129-AB74882A6265}" type="presParOf" srcId="{2CBF7B5F-7AD9-4A40-8999-A6CA5B7C0871}" destId="{30C8257D-0F71-44B3-A71B-A8BE5CD2022A}" srcOrd="0" destOrd="0" presId="urn:microsoft.com/office/officeart/2018/5/layout/IconCircleLabelList"/>
    <dgm:cxn modelId="{769A9C1D-73B0-426F-8B71-F1E506E641C4}" type="presParOf" srcId="{2CBF7B5F-7AD9-4A40-8999-A6CA5B7C0871}" destId="{D4428B37-3B95-4F0E-9474-245D9E109940}" srcOrd="1" destOrd="0" presId="urn:microsoft.com/office/officeart/2018/5/layout/IconCircleLabelList"/>
    <dgm:cxn modelId="{729D0706-8340-4ADA-ACE2-C5B324850989}" type="presParOf" srcId="{2CBF7B5F-7AD9-4A40-8999-A6CA5B7C0871}" destId="{A35438E9-2A56-4DB1-AB9A-0E12B97F4FC4}" srcOrd="2" destOrd="0" presId="urn:microsoft.com/office/officeart/2018/5/layout/IconCircleLabelList"/>
    <dgm:cxn modelId="{07CC30DD-0BE5-42AA-BD7C-1EE64A3FC659}" type="presParOf" srcId="{2CBF7B5F-7AD9-4A40-8999-A6CA5B7C0871}" destId="{4B9D4A75-BAFA-47BB-A94C-BA0B42A1FBA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D4D2E3-59CA-47AE-A169-BF59694B05E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BDB4772-D723-4989-9B0F-924364B0019C}">
      <dgm:prSet/>
      <dgm:spPr/>
      <dgm:t>
        <a:bodyPr/>
        <a:lstStyle/>
        <a:p>
          <a:r>
            <a:rPr lang="en-US"/>
            <a:t>• Schedule III format</a:t>
          </a:r>
        </a:p>
      </dgm:t>
    </dgm:pt>
    <dgm:pt modelId="{87704F6A-0C74-44A4-9CE8-C540FADF09AF}" type="parTrans" cxnId="{A021AA70-7A31-4375-9E5F-9A81FCC86BC8}">
      <dgm:prSet/>
      <dgm:spPr/>
      <dgm:t>
        <a:bodyPr/>
        <a:lstStyle/>
        <a:p>
          <a:endParaRPr lang="en-US"/>
        </a:p>
      </dgm:t>
    </dgm:pt>
    <dgm:pt modelId="{269F3632-5263-4DB7-939A-B8407EC3E1BE}" type="sibTrans" cxnId="{A021AA70-7A31-4375-9E5F-9A81FCC86BC8}">
      <dgm:prSet/>
      <dgm:spPr/>
      <dgm:t>
        <a:bodyPr/>
        <a:lstStyle/>
        <a:p>
          <a:endParaRPr lang="en-US"/>
        </a:p>
      </dgm:t>
    </dgm:pt>
    <dgm:pt modelId="{9B24CA0D-EAF3-4582-A61D-941FF55CDFDD}">
      <dgm:prSet/>
      <dgm:spPr/>
      <dgm:t>
        <a:bodyPr/>
        <a:lstStyle/>
        <a:p>
          <a:r>
            <a:rPr lang="en-US"/>
            <a:t>• Division II applicability under Ind AS</a:t>
          </a:r>
        </a:p>
      </dgm:t>
    </dgm:pt>
    <dgm:pt modelId="{5ACD78D8-7D9C-4EBB-91FD-155C8655FE83}" type="parTrans" cxnId="{F03426BA-7A5C-4199-A7F5-A7886857BBBF}">
      <dgm:prSet/>
      <dgm:spPr/>
      <dgm:t>
        <a:bodyPr/>
        <a:lstStyle/>
        <a:p>
          <a:endParaRPr lang="en-US"/>
        </a:p>
      </dgm:t>
    </dgm:pt>
    <dgm:pt modelId="{AF135F24-915D-4B57-B9AB-CD3A9A88878A}" type="sibTrans" cxnId="{F03426BA-7A5C-4199-A7F5-A7886857BBBF}">
      <dgm:prSet/>
      <dgm:spPr/>
      <dgm:t>
        <a:bodyPr/>
        <a:lstStyle/>
        <a:p>
          <a:endParaRPr lang="en-US"/>
        </a:p>
      </dgm:t>
    </dgm:pt>
    <dgm:pt modelId="{EBB8D2E0-81C5-4543-9E40-717662A7CC4E}" type="pres">
      <dgm:prSet presAssocID="{BDD4D2E3-59CA-47AE-A169-BF59694B05E7}" presName="root" presStyleCnt="0">
        <dgm:presLayoutVars>
          <dgm:dir/>
          <dgm:resizeHandles val="exact"/>
        </dgm:presLayoutVars>
      </dgm:prSet>
      <dgm:spPr/>
    </dgm:pt>
    <dgm:pt modelId="{D39F09BD-0744-4A08-B2CA-18BAA185A18A}" type="pres">
      <dgm:prSet presAssocID="{ABDB4772-D723-4989-9B0F-924364B0019C}" presName="compNode" presStyleCnt="0"/>
      <dgm:spPr/>
    </dgm:pt>
    <dgm:pt modelId="{11E170CD-A202-4904-A102-3E9621463E51}" type="pres">
      <dgm:prSet presAssocID="{ABDB4772-D723-4989-9B0F-924364B001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15183895-28B1-49A5-B648-3C4AA858BBFC}" type="pres">
      <dgm:prSet presAssocID="{ABDB4772-D723-4989-9B0F-924364B0019C}" presName="spaceRect" presStyleCnt="0"/>
      <dgm:spPr/>
    </dgm:pt>
    <dgm:pt modelId="{C8F15EEB-337A-4B58-90BD-E614F7BE9103}" type="pres">
      <dgm:prSet presAssocID="{ABDB4772-D723-4989-9B0F-924364B0019C}" presName="textRect" presStyleLbl="revTx" presStyleIdx="0" presStyleCnt="2">
        <dgm:presLayoutVars>
          <dgm:chMax val="1"/>
          <dgm:chPref val="1"/>
        </dgm:presLayoutVars>
      </dgm:prSet>
      <dgm:spPr/>
    </dgm:pt>
    <dgm:pt modelId="{620D072A-7B58-4824-B5D0-42685D7B6D24}" type="pres">
      <dgm:prSet presAssocID="{269F3632-5263-4DB7-939A-B8407EC3E1BE}" presName="sibTrans" presStyleCnt="0"/>
      <dgm:spPr/>
    </dgm:pt>
    <dgm:pt modelId="{4E794BA5-6BFF-46A6-96F1-E3B904DB37CD}" type="pres">
      <dgm:prSet presAssocID="{9B24CA0D-EAF3-4582-A61D-941FF55CDFDD}" presName="compNode" presStyleCnt="0"/>
      <dgm:spPr/>
    </dgm:pt>
    <dgm:pt modelId="{9E24FDDF-27EC-4909-8D38-F5999070B073}" type="pres">
      <dgm:prSet presAssocID="{9B24CA0D-EAF3-4582-A61D-941FF55CDFD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40C6247-7610-42B4-B6F9-6718FCE9577F}" type="pres">
      <dgm:prSet presAssocID="{9B24CA0D-EAF3-4582-A61D-941FF55CDFDD}" presName="spaceRect" presStyleCnt="0"/>
      <dgm:spPr/>
    </dgm:pt>
    <dgm:pt modelId="{B12FC30E-DCAF-4E2B-8246-292C748EEC4A}" type="pres">
      <dgm:prSet presAssocID="{9B24CA0D-EAF3-4582-A61D-941FF55CDFD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3300A46-3612-4CFD-B0F2-50DEA4E411A9}" type="presOf" srcId="{BDD4D2E3-59CA-47AE-A169-BF59694B05E7}" destId="{EBB8D2E0-81C5-4543-9E40-717662A7CC4E}" srcOrd="0" destOrd="0" presId="urn:microsoft.com/office/officeart/2018/2/layout/IconLabelList"/>
    <dgm:cxn modelId="{0062CF47-8C5F-4BE1-81F0-71A673631E5D}" type="presOf" srcId="{ABDB4772-D723-4989-9B0F-924364B0019C}" destId="{C8F15EEB-337A-4B58-90BD-E614F7BE9103}" srcOrd="0" destOrd="0" presId="urn:microsoft.com/office/officeart/2018/2/layout/IconLabelList"/>
    <dgm:cxn modelId="{A021AA70-7A31-4375-9E5F-9A81FCC86BC8}" srcId="{BDD4D2E3-59CA-47AE-A169-BF59694B05E7}" destId="{ABDB4772-D723-4989-9B0F-924364B0019C}" srcOrd="0" destOrd="0" parTransId="{87704F6A-0C74-44A4-9CE8-C540FADF09AF}" sibTransId="{269F3632-5263-4DB7-939A-B8407EC3E1BE}"/>
    <dgm:cxn modelId="{5BD88072-A6D6-4017-B01D-5EA7836F5841}" type="presOf" srcId="{9B24CA0D-EAF3-4582-A61D-941FF55CDFDD}" destId="{B12FC30E-DCAF-4E2B-8246-292C748EEC4A}" srcOrd="0" destOrd="0" presId="urn:microsoft.com/office/officeart/2018/2/layout/IconLabelList"/>
    <dgm:cxn modelId="{F03426BA-7A5C-4199-A7F5-A7886857BBBF}" srcId="{BDD4D2E3-59CA-47AE-A169-BF59694B05E7}" destId="{9B24CA0D-EAF3-4582-A61D-941FF55CDFDD}" srcOrd="1" destOrd="0" parTransId="{5ACD78D8-7D9C-4EBB-91FD-155C8655FE83}" sibTransId="{AF135F24-915D-4B57-B9AB-CD3A9A88878A}"/>
    <dgm:cxn modelId="{92A75C5B-2F78-44B5-ACD7-40AE4475BBA2}" type="presParOf" srcId="{EBB8D2E0-81C5-4543-9E40-717662A7CC4E}" destId="{D39F09BD-0744-4A08-B2CA-18BAA185A18A}" srcOrd="0" destOrd="0" presId="urn:microsoft.com/office/officeart/2018/2/layout/IconLabelList"/>
    <dgm:cxn modelId="{023376D6-3F6F-4F97-9532-313DD0DAB907}" type="presParOf" srcId="{D39F09BD-0744-4A08-B2CA-18BAA185A18A}" destId="{11E170CD-A202-4904-A102-3E9621463E51}" srcOrd="0" destOrd="0" presId="urn:microsoft.com/office/officeart/2018/2/layout/IconLabelList"/>
    <dgm:cxn modelId="{37B99CB1-7645-4E9D-9681-A4FD1A3A46D8}" type="presParOf" srcId="{D39F09BD-0744-4A08-B2CA-18BAA185A18A}" destId="{15183895-28B1-49A5-B648-3C4AA858BBFC}" srcOrd="1" destOrd="0" presId="urn:microsoft.com/office/officeart/2018/2/layout/IconLabelList"/>
    <dgm:cxn modelId="{B79D7EEC-09B7-4F69-B34B-9E0C2AC0D952}" type="presParOf" srcId="{D39F09BD-0744-4A08-B2CA-18BAA185A18A}" destId="{C8F15EEB-337A-4B58-90BD-E614F7BE9103}" srcOrd="2" destOrd="0" presId="urn:microsoft.com/office/officeart/2018/2/layout/IconLabelList"/>
    <dgm:cxn modelId="{4D54DE47-0ED3-4A74-AD9A-53815751A6E9}" type="presParOf" srcId="{EBB8D2E0-81C5-4543-9E40-717662A7CC4E}" destId="{620D072A-7B58-4824-B5D0-42685D7B6D24}" srcOrd="1" destOrd="0" presId="urn:microsoft.com/office/officeart/2018/2/layout/IconLabelList"/>
    <dgm:cxn modelId="{1C9DCCC0-E239-4A32-89D9-55AD7078479B}" type="presParOf" srcId="{EBB8D2E0-81C5-4543-9E40-717662A7CC4E}" destId="{4E794BA5-6BFF-46A6-96F1-E3B904DB37CD}" srcOrd="2" destOrd="0" presId="urn:microsoft.com/office/officeart/2018/2/layout/IconLabelList"/>
    <dgm:cxn modelId="{F262F04E-2229-4DD8-A562-744176FCD4EA}" type="presParOf" srcId="{4E794BA5-6BFF-46A6-96F1-E3B904DB37CD}" destId="{9E24FDDF-27EC-4909-8D38-F5999070B073}" srcOrd="0" destOrd="0" presId="urn:microsoft.com/office/officeart/2018/2/layout/IconLabelList"/>
    <dgm:cxn modelId="{91A8CBA0-3ED8-4158-B1EF-4E27B1D0B423}" type="presParOf" srcId="{4E794BA5-6BFF-46A6-96F1-E3B904DB37CD}" destId="{F40C6247-7610-42B4-B6F9-6718FCE9577F}" srcOrd="1" destOrd="0" presId="urn:microsoft.com/office/officeart/2018/2/layout/IconLabelList"/>
    <dgm:cxn modelId="{6FCBB925-3388-421C-8C31-68306CD534B1}" type="presParOf" srcId="{4E794BA5-6BFF-46A6-96F1-E3B904DB37CD}" destId="{B12FC30E-DCAF-4E2B-8246-292C748EEC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32BE2A2-9160-4A75-9FE0-F57EB7772E0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60F792-5FB7-4D97-9295-7C7A3EBA9DC4}">
      <dgm:prSet/>
      <dgm:spPr/>
      <dgm:t>
        <a:bodyPr/>
        <a:lstStyle/>
        <a:p>
          <a:r>
            <a:rPr lang="en-US"/>
            <a:t>• Operating, Investing, Financing activities</a:t>
          </a:r>
        </a:p>
      </dgm:t>
    </dgm:pt>
    <dgm:pt modelId="{D9096BAD-0B4B-4CA7-9954-99E14F78BA94}" type="parTrans" cxnId="{4DD8CF15-5F5D-48C1-A662-8C6A00DA86FE}">
      <dgm:prSet/>
      <dgm:spPr/>
      <dgm:t>
        <a:bodyPr/>
        <a:lstStyle/>
        <a:p>
          <a:endParaRPr lang="en-US"/>
        </a:p>
      </dgm:t>
    </dgm:pt>
    <dgm:pt modelId="{E6151EC8-90F3-478E-9121-065C45F83CE5}" type="sibTrans" cxnId="{4DD8CF15-5F5D-48C1-A662-8C6A00DA86FE}">
      <dgm:prSet/>
      <dgm:spPr/>
      <dgm:t>
        <a:bodyPr/>
        <a:lstStyle/>
        <a:p>
          <a:endParaRPr lang="en-US"/>
        </a:p>
      </dgm:t>
    </dgm:pt>
    <dgm:pt modelId="{EF55E0C5-57BE-427F-BCA7-058145DA7D62}">
      <dgm:prSet/>
      <dgm:spPr/>
      <dgm:t>
        <a:bodyPr/>
        <a:lstStyle/>
        <a:p>
          <a:r>
            <a:rPr lang="en-US"/>
            <a:t>• Meaning of negative operating cash flow</a:t>
          </a:r>
        </a:p>
      </dgm:t>
    </dgm:pt>
    <dgm:pt modelId="{68FC95C9-2637-4B0D-9AFA-C931D38858E2}" type="parTrans" cxnId="{1FC975AB-6742-4669-A621-FE336269DEE8}">
      <dgm:prSet/>
      <dgm:spPr/>
      <dgm:t>
        <a:bodyPr/>
        <a:lstStyle/>
        <a:p>
          <a:endParaRPr lang="en-US"/>
        </a:p>
      </dgm:t>
    </dgm:pt>
    <dgm:pt modelId="{C75150C2-C341-42FC-AAFA-342C072456F8}" type="sibTrans" cxnId="{1FC975AB-6742-4669-A621-FE336269DEE8}">
      <dgm:prSet/>
      <dgm:spPr/>
      <dgm:t>
        <a:bodyPr/>
        <a:lstStyle/>
        <a:p>
          <a:endParaRPr lang="en-US"/>
        </a:p>
      </dgm:t>
    </dgm:pt>
    <dgm:pt modelId="{66BCF1CB-3F77-4342-8944-32B7B7AF724F}" type="pres">
      <dgm:prSet presAssocID="{B32BE2A2-9160-4A75-9FE0-F57EB7772E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87EB28-D186-4D28-8230-CAC92FEEB121}" type="pres">
      <dgm:prSet presAssocID="{B660F792-5FB7-4D97-9295-7C7A3EBA9DC4}" presName="hierRoot1" presStyleCnt="0"/>
      <dgm:spPr/>
    </dgm:pt>
    <dgm:pt modelId="{775ED146-855E-47D5-94D1-E18FCB0AF52A}" type="pres">
      <dgm:prSet presAssocID="{B660F792-5FB7-4D97-9295-7C7A3EBA9DC4}" presName="composite" presStyleCnt="0"/>
      <dgm:spPr/>
    </dgm:pt>
    <dgm:pt modelId="{2A3EAE06-F530-4D67-A196-48ECE9BE1E9C}" type="pres">
      <dgm:prSet presAssocID="{B660F792-5FB7-4D97-9295-7C7A3EBA9DC4}" presName="background" presStyleLbl="node0" presStyleIdx="0" presStyleCnt="2"/>
      <dgm:spPr/>
    </dgm:pt>
    <dgm:pt modelId="{349FE747-3537-4744-8F52-E57413F0FD10}" type="pres">
      <dgm:prSet presAssocID="{B660F792-5FB7-4D97-9295-7C7A3EBA9DC4}" presName="text" presStyleLbl="fgAcc0" presStyleIdx="0" presStyleCnt="2">
        <dgm:presLayoutVars>
          <dgm:chPref val="3"/>
        </dgm:presLayoutVars>
      </dgm:prSet>
      <dgm:spPr/>
    </dgm:pt>
    <dgm:pt modelId="{4F368DE1-6C42-4704-80DA-71965F85334F}" type="pres">
      <dgm:prSet presAssocID="{B660F792-5FB7-4D97-9295-7C7A3EBA9DC4}" presName="hierChild2" presStyleCnt="0"/>
      <dgm:spPr/>
    </dgm:pt>
    <dgm:pt modelId="{526962FA-93DD-48C5-ACE7-04C83213B894}" type="pres">
      <dgm:prSet presAssocID="{EF55E0C5-57BE-427F-BCA7-058145DA7D62}" presName="hierRoot1" presStyleCnt="0"/>
      <dgm:spPr/>
    </dgm:pt>
    <dgm:pt modelId="{E40FDD87-4348-4AB0-B2A1-307C850C2A2E}" type="pres">
      <dgm:prSet presAssocID="{EF55E0C5-57BE-427F-BCA7-058145DA7D62}" presName="composite" presStyleCnt="0"/>
      <dgm:spPr/>
    </dgm:pt>
    <dgm:pt modelId="{E80E48D0-AB20-4A23-9F77-86C86F88B2EA}" type="pres">
      <dgm:prSet presAssocID="{EF55E0C5-57BE-427F-BCA7-058145DA7D62}" presName="background" presStyleLbl="node0" presStyleIdx="1" presStyleCnt="2"/>
      <dgm:spPr/>
    </dgm:pt>
    <dgm:pt modelId="{FC27F679-2443-4C2B-B090-B1F017F600C5}" type="pres">
      <dgm:prSet presAssocID="{EF55E0C5-57BE-427F-BCA7-058145DA7D62}" presName="text" presStyleLbl="fgAcc0" presStyleIdx="1" presStyleCnt="2">
        <dgm:presLayoutVars>
          <dgm:chPref val="3"/>
        </dgm:presLayoutVars>
      </dgm:prSet>
      <dgm:spPr/>
    </dgm:pt>
    <dgm:pt modelId="{A2D42715-680B-44C0-A7DD-14F0CD79C43A}" type="pres">
      <dgm:prSet presAssocID="{EF55E0C5-57BE-427F-BCA7-058145DA7D62}" presName="hierChild2" presStyleCnt="0"/>
      <dgm:spPr/>
    </dgm:pt>
  </dgm:ptLst>
  <dgm:cxnLst>
    <dgm:cxn modelId="{79E10810-C94A-4E62-B50A-EDF2A66E6226}" type="presOf" srcId="{B32BE2A2-9160-4A75-9FE0-F57EB7772E0D}" destId="{66BCF1CB-3F77-4342-8944-32B7B7AF724F}" srcOrd="0" destOrd="0" presId="urn:microsoft.com/office/officeart/2005/8/layout/hierarchy1"/>
    <dgm:cxn modelId="{4DD8CF15-5F5D-48C1-A662-8C6A00DA86FE}" srcId="{B32BE2A2-9160-4A75-9FE0-F57EB7772E0D}" destId="{B660F792-5FB7-4D97-9295-7C7A3EBA9DC4}" srcOrd="0" destOrd="0" parTransId="{D9096BAD-0B4B-4CA7-9954-99E14F78BA94}" sibTransId="{E6151EC8-90F3-478E-9121-065C45F83CE5}"/>
    <dgm:cxn modelId="{7AA15571-EF50-49B4-A2E5-736E5BDEE0AA}" type="presOf" srcId="{B660F792-5FB7-4D97-9295-7C7A3EBA9DC4}" destId="{349FE747-3537-4744-8F52-E57413F0FD10}" srcOrd="0" destOrd="0" presId="urn:microsoft.com/office/officeart/2005/8/layout/hierarchy1"/>
    <dgm:cxn modelId="{1FC975AB-6742-4669-A621-FE336269DEE8}" srcId="{B32BE2A2-9160-4A75-9FE0-F57EB7772E0D}" destId="{EF55E0C5-57BE-427F-BCA7-058145DA7D62}" srcOrd="1" destOrd="0" parTransId="{68FC95C9-2637-4B0D-9AFA-C931D38858E2}" sibTransId="{C75150C2-C341-42FC-AAFA-342C072456F8}"/>
    <dgm:cxn modelId="{6F7BFCAE-4054-44E3-8D57-E17A624BC2BE}" type="presOf" srcId="{EF55E0C5-57BE-427F-BCA7-058145DA7D62}" destId="{FC27F679-2443-4C2B-B090-B1F017F600C5}" srcOrd="0" destOrd="0" presId="urn:microsoft.com/office/officeart/2005/8/layout/hierarchy1"/>
    <dgm:cxn modelId="{9A9061D6-9D82-47CC-A70E-3362D6123BC2}" type="presParOf" srcId="{66BCF1CB-3F77-4342-8944-32B7B7AF724F}" destId="{1587EB28-D186-4D28-8230-CAC92FEEB121}" srcOrd="0" destOrd="0" presId="urn:microsoft.com/office/officeart/2005/8/layout/hierarchy1"/>
    <dgm:cxn modelId="{97862AB7-6388-490D-BB92-8C824A873CBB}" type="presParOf" srcId="{1587EB28-D186-4D28-8230-CAC92FEEB121}" destId="{775ED146-855E-47D5-94D1-E18FCB0AF52A}" srcOrd="0" destOrd="0" presId="urn:microsoft.com/office/officeart/2005/8/layout/hierarchy1"/>
    <dgm:cxn modelId="{9EB2DAE0-2251-4BEC-A401-E90E8EBC0F0B}" type="presParOf" srcId="{775ED146-855E-47D5-94D1-E18FCB0AF52A}" destId="{2A3EAE06-F530-4D67-A196-48ECE9BE1E9C}" srcOrd="0" destOrd="0" presId="urn:microsoft.com/office/officeart/2005/8/layout/hierarchy1"/>
    <dgm:cxn modelId="{1790ED00-4FF3-4FA2-A3B2-DC73C76F42AD}" type="presParOf" srcId="{775ED146-855E-47D5-94D1-E18FCB0AF52A}" destId="{349FE747-3537-4744-8F52-E57413F0FD10}" srcOrd="1" destOrd="0" presId="urn:microsoft.com/office/officeart/2005/8/layout/hierarchy1"/>
    <dgm:cxn modelId="{BC7C9199-E2E4-43DF-AB9D-ECA7FC8A6125}" type="presParOf" srcId="{1587EB28-D186-4D28-8230-CAC92FEEB121}" destId="{4F368DE1-6C42-4704-80DA-71965F85334F}" srcOrd="1" destOrd="0" presId="urn:microsoft.com/office/officeart/2005/8/layout/hierarchy1"/>
    <dgm:cxn modelId="{DF3C0C1D-55B9-4313-B2A5-4ED1C4710680}" type="presParOf" srcId="{66BCF1CB-3F77-4342-8944-32B7B7AF724F}" destId="{526962FA-93DD-48C5-ACE7-04C83213B894}" srcOrd="1" destOrd="0" presId="urn:microsoft.com/office/officeart/2005/8/layout/hierarchy1"/>
    <dgm:cxn modelId="{91D06EBC-78DB-4AA7-A433-1C8FC0B8D999}" type="presParOf" srcId="{526962FA-93DD-48C5-ACE7-04C83213B894}" destId="{E40FDD87-4348-4AB0-B2A1-307C850C2A2E}" srcOrd="0" destOrd="0" presId="urn:microsoft.com/office/officeart/2005/8/layout/hierarchy1"/>
    <dgm:cxn modelId="{4B4E4D61-C504-4EB8-AF31-B36D920F21BF}" type="presParOf" srcId="{E40FDD87-4348-4AB0-B2A1-307C850C2A2E}" destId="{E80E48D0-AB20-4A23-9F77-86C86F88B2EA}" srcOrd="0" destOrd="0" presId="urn:microsoft.com/office/officeart/2005/8/layout/hierarchy1"/>
    <dgm:cxn modelId="{36F27392-52BB-4930-B2A4-07AB83089693}" type="presParOf" srcId="{E40FDD87-4348-4AB0-B2A1-307C850C2A2E}" destId="{FC27F679-2443-4C2B-B090-B1F017F600C5}" srcOrd="1" destOrd="0" presId="urn:microsoft.com/office/officeart/2005/8/layout/hierarchy1"/>
    <dgm:cxn modelId="{3B044B0E-DC62-4BDF-9472-83B31465C4F0}" type="presParOf" srcId="{526962FA-93DD-48C5-ACE7-04C83213B894}" destId="{A2D42715-680B-44C0-A7DD-14F0CD79C4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8FD5EC1-26CF-4F2E-8BF6-584614012E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7AEC8D4-A802-4647-A833-5EC1CC4FB192}">
      <dgm:prSet/>
      <dgm:spPr/>
      <dgm:t>
        <a:bodyPr/>
        <a:lstStyle/>
        <a:p>
          <a:r>
            <a:rPr lang="en-US"/>
            <a:t>• Fixed Asset Turnover</a:t>
          </a:r>
        </a:p>
      </dgm:t>
    </dgm:pt>
    <dgm:pt modelId="{CAF4800C-EAD2-4741-A8D1-2533E9F23553}" type="parTrans" cxnId="{4E6CDD20-73EE-4262-997C-DAABF6B7536E}">
      <dgm:prSet/>
      <dgm:spPr/>
      <dgm:t>
        <a:bodyPr/>
        <a:lstStyle/>
        <a:p>
          <a:endParaRPr lang="en-US"/>
        </a:p>
      </dgm:t>
    </dgm:pt>
    <dgm:pt modelId="{F20074DE-6437-453A-BF08-707C1A7DEFAA}" type="sibTrans" cxnId="{4E6CDD20-73EE-4262-997C-DAABF6B7536E}">
      <dgm:prSet/>
      <dgm:spPr/>
      <dgm:t>
        <a:bodyPr/>
        <a:lstStyle/>
        <a:p>
          <a:endParaRPr lang="en-US"/>
        </a:p>
      </dgm:t>
    </dgm:pt>
    <dgm:pt modelId="{D738BB4C-8C5D-41F6-A440-2E667FEEE578}">
      <dgm:prSet/>
      <dgm:spPr/>
      <dgm:t>
        <a:bodyPr/>
        <a:lstStyle/>
        <a:p>
          <a:r>
            <a:rPr lang="en-US"/>
            <a:t>• Inventory Turnover &amp; cycle interpretation</a:t>
          </a:r>
        </a:p>
      </dgm:t>
    </dgm:pt>
    <dgm:pt modelId="{E80867A8-0D96-45A2-9080-54619F61B158}" type="parTrans" cxnId="{FFBCF1A6-B212-4D39-ADF1-AF2DB4FE902E}">
      <dgm:prSet/>
      <dgm:spPr/>
      <dgm:t>
        <a:bodyPr/>
        <a:lstStyle/>
        <a:p>
          <a:endParaRPr lang="en-US"/>
        </a:p>
      </dgm:t>
    </dgm:pt>
    <dgm:pt modelId="{400BDB2C-CE87-47C2-AA06-2FA3EFDE4368}" type="sibTrans" cxnId="{FFBCF1A6-B212-4D39-ADF1-AF2DB4FE902E}">
      <dgm:prSet/>
      <dgm:spPr/>
      <dgm:t>
        <a:bodyPr/>
        <a:lstStyle/>
        <a:p>
          <a:endParaRPr lang="en-US"/>
        </a:p>
      </dgm:t>
    </dgm:pt>
    <dgm:pt modelId="{60298A9D-683A-4088-8857-461DE0D019B0}" type="pres">
      <dgm:prSet presAssocID="{D8FD5EC1-26CF-4F2E-8BF6-584614012E96}" presName="root" presStyleCnt="0">
        <dgm:presLayoutVars>
          <dgm:dir/>
          <dgm:resizeHandles val="exact"/>
        </dgm:presLayoutVars>
      </dgm:prSet>
      <dgm:spPr/>
    </dgm:pt>
    <dgm:pt modelId="{5717BB6A-49E9-4ED0-9A45-FB2ECBD7F72A}" type="pres">
      <dgm:prSet presAssocID="{07AEC8D4-A802-4647-A833-5EC1CC4FB192}" presName="compNode" presStyleCnt="0"/>
      <dgm:spPr/>
    </dgm:pt>
    <dgm:pt modelId="{28287CD2-E0BB-4319-9E6A-9BCC011C7D08}" type="pres">
      <dgm:prSet presAssocID="{07AEC8D4-A802-4647-A833-5EC1CC4FB19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6DD31D8E-732A-4AB3-93A6-861F84F700D4}" type="pres">
      <dgm:prSet presAssocID="{07AEC8D4-A802-4647-A833-5EC1CC4FB192}" presName="spaceRect" presStyleCnt="0"/>
      <dgm:spPr/>
    </dgm:pt>
    <dgm:pt modelId="{1EB3443B-A68F-477D-BE10-E48C9FCBBF91}" type="pres">
      <dgm:prSet presAssocID="{07AEC8D4-A802-4647-A833-5EC1CC4FB192}" presName="textRect" presStyleLbl="revTx" presStyleIdx="0" presStyleCnt="2">
        <dgm:presLayoutVars>
          <dgm:chMax val="1"/>
          <dgm:chPref val="1"/>
        </dgm:presLayoutVars>
      </dgm:prSet>
      <dgm:spPr/>
    </dgm:pt>
    <dgm:pt modelId="{D05FDAB2-800F-442B-9B9C-D915C3DC312C}" type="pres">
      <dgm:prSet presAssocID="{F20074DE-6437-453A-BF08-707C1A7DEFAA}" presName="sibTrans" presStyleCnt="0"/>
      <dgm:spPr/>
    </dgm:pt>
    <dgm:pt modelId="{9E7681C9-A26E-4DD7-BDCD-AA383A00F89A}" type="pres">
      <dgm:prSet presAssocID="{D738BB4C-8C5D-41F6-A440-2E667FEEE578}" presName="compNode" presStyleCnt="0"/>
      <dgm:spPr/>
    </dgm:pt>
    <dgm:pt modelId="{EC5D8CE2-B2F8-4C1A-8745-539BD590543F}" type="pres">
      <dgm:prSet presAssocID="{D738BB4C-8C5D-41F6-A440-2E667FEEE57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8FE99D85-B378-4F41-B1EE-C7442A9C91E4}" type="pres">
      <dgm:prSet presAssocID="{D738BB4C-8C5D-41F6-A440-2E667FEEE578}" presName="spaceRect" presStyleCnt="0"/>
      <dgm:spPr/>
    </dgm:pt>
    <dgm:pt modelId="{3EADAB2E-B9D2-478A-AEC0-4719FAF898F9}" type="pres">
      <dgm:prSet presAssocID="{D738BB4C-8C5D-41F6-A440-2E667FEEE57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E6CDD20-73EE-4262-997C-DAABF6B7536E}" srcId="{D8FD5EC1-26CF-4F2E-8BF6-584614012E96}" destId="{07AEC8D4-A802-4647-A833-5EC1CC4FB192}" srcOrd="0" destOrd="0" parTransId="{CAF4800C-EAD2-4741-A8D1-2533E9F23553}" sibTransId="{F20074DE-6437-453A-BF08-707C1A7DEFAA}"/>
    <dgm:cxn modelId="{E9672861-69DD-4F41-8C93-CC26CB5DE08C}" type="presOf" srcId="{D738BB4C-8C5D-41F6-A440-2E667FEEE578}" destId="{3EADAB2E-B9D2-478A-AEC0-4719FAF898F9}" srcOrd="0" destOrd="0" presId="urn:microsoft.com/office/officeart/2018/2/layout/IconLabelList"/>
    <dgm:cxn modelId="{47F8916D-3812-48B5-9AC5-251028A30EC6}" type="presOf" srcId="{D8FD5EC1-26CF-4F2E-8BF6-584614012E96}" destId="{60298A9D-683A-4088-8857-461DE0D019B0}" srcOrd="0" destOrd="0" presId="urn:microsoft.com/office/officeart/2018/2/layout/IconLabelList"/>
    <dgm:cxn modelId="{FFBCF1A6-B212-4D39-ADF1-AF2DB4FE902E}" srcId="{D8FD5EC1-26CF-4F2E-8BF6-584614012E96}" destId="{D738BB4C-8C5D-41F6-A440-2E667FEEE578}" srcOrd="1" destOrd="0" parTransId="{E80867A8-0D96-45A2-9080-54619F61B158}" sibTransId="{400BDB2C-CE87-47C2-AA06-2FA3EFDE4368}"/>
    <dgm:cxn modelId="{382741D2-B1E1-4972-9A76-26306BBE0782}" type="presOf" srcId="{07AEC8D4-A802-4647-A833-5EC1CC4FB192}" destId="{1EB3443B-A68F-477D-BE10-E48C9FCBBF91}" srcOrd="0" destOrd="0" presId="urn:microsoft.com/office/officeart/2018/2/layout/IconLabelList"/>
    <dgm:cxn modelId="{4B0C5935-7A38-4ECA-8831-0B2FC63FF74F}" type="presParOf" srcId="{60298A9D-683A-4088-8857-461DE0D019B0}" destId="{5717BB6A-49E9-4ED0-9A45-FB2ECBD7F72A}" srcOrd="0" destOrd="0" presId="urn:microsoft.com/office/officeart/2018/2/layout/IconLabelList"/>
    <dgm:cxn modelId="{F0684DE0-BCC5-42C6-AF22-8AFA3DFE794F}" type="presParOf" srcId="{5717BB6A-49E9-4ED0-9A45-FB2ECBD7F72A}" destId="{28287CD2-E0BB-4319-9E6A-9BCC011C7D08}" srcOrd="0" destOrd="0" presId="urn:microsoft.com/office/officeart/2018/2/layout/IconLabelList"/>
    <dgm:cxn modelId="{DE181774-1A9A-4D28-A160-7A789D200397}" type="presParOf" srcId="{5717BB6A-49E9-4ED0-9A45-FB2ECBD7F72A}" destId="{6DD31D8E-732A-4AB3-93A6-861F84F700D4}" srcOrd="1" destOrd="0" presId="urn:microsoft.com/office/officeart/2018/2/layout/IconLabelList"/>
    <dgm:cxn modelId="{AE1A0613-752E-41E2-8AD4-CAE0E429F8BB}" type="presParOf" srcId="{5717BB6A-49E9-4ED0-9A45-FB2ECBD7F72A}" destId="{1EB3443B-A68F-477D-BE10-E48C9FCBBF91}" srcOrd="2" destOrd="0" presId="urn:microsoft.com/office/officeart/2018/2/layout/IconLabelList"/>
    <dgm:cxn modelId="{6468915B-AC7A-4EB0-A3BE-ECD4D5D4C0AC}" type="presParOf" srcId="{60298A9D-683A-4088-8857-461DE0D019B0}" destId="{D05FDAB2-800F-442B-9B9C-D915C3DC312C}" srcOrd="1" destOrd="0" presId="urn:microsoft.com/office/officeart/2018/2/layout/IconLabelList"/>
    <dgm:cxn modelId="{73C1EB89-CB9B-49BA-BF7F-E87C5702FD96}" type="presParOf" srcId="{60298A9D-683A-4088-8857-461DE0D019B0}" destId="{9E7681C9-A26E-4DD7-BDCD-AA383A00F89A}" srcOrd="2" destOrd="0" presId="urn:microsoft.com/office/officeart/2018/2/layout/IconLabelList"/>
    <dgm:cxn modelId="{F966266A-186B-4213-9745-9540C98D0630}" type="presParOf" srcId="{9E7681C9-A26E-4DD7-BDCD-AA383A00F89A}" destId="{EC5D8CE2-B2F8-4C1A-8745-539BD590543F}" srcOrd="0" destOrd="0" presId="urn:microsoft.com/office/officeart/2018/2/layout/IconLabelList"/>
    <dgm:cxn modelId="{4C48FC52-D27B-43F1-90E4-52E67AE5EB04}" type="presParOf" srcId="{9E7681C9-A26E-4DD7-BDCD-AA383A00F89A}" destId="{8FE99D85-B378-4F41-B1EE-C7442A9C91E4}" srcOrd="1" destOrd="0" presId="urn:microsoft.com/office/officeart/2018/2/layout/IconLabelList"/>
    <dgm:cxn modelId="{F32EF4A7-F290-4B93-BC0C-59B23C1AF479}" type="presParOf" srcId="{9E7681C9-A26E-4DD7-BDCD-AA383A00F89A}" destId="{3EADAB2E-B9D2-478A-AEC0-4719FAF898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53A413-EACB-4662-9B46-0A899F621D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019B9E-09AC-4A88-9999-A2C78DED2410}">
      <dgm:prSet/>
      <dgm:spPr/>
      <dgm:t>
        <a:bodyPr/>
        <a:lstStyle/>
        <a:p>
          <a:r>
            <a:rPr lang="en-US"/>
            <a:t>• Budget: Planned numbers</a:t>
          </a:r>
        </a:p>
      </dgm:t>
    </dgm:pt>
    <dgm:pt modelId="{B0DB3D13-BC11-4D38-AAEF-4333CDD8D7A8}" type="parTrans" cxnId="{1AE1A44A-D32E-46C3-8DF6-AC57FC1EF324}">
      <dgm:prSet/>
      <dgm:spPr/>
      <dgm:t>
        <a:bodyPr/>
        <a:lstStyle/>
        <a:p>
          <a:endParaRPr lang="en-US"/>
        </a:p>
      </dgm:t>
    </dgm:pt>
    <dgm:pt modelId="{551AE031-CEBC-41BA-B4AB-1A03A88A286A}" type="sibTrans" cxnId="{1AE1A44A-D32E-46C3-8DF6-AC57FC1EF324}">
      <dgm:prSet/>
      <dgm:spPr/>
      <dgm:t>
        <a:bodyPr/>
        <a:lstStyle/>
        <a:p>
          <a:endParaRPr lang="en-US"/>
        </a:p>
      </dgm:t>
    </dgm:pt>
    <dgm:pt modelId="{EE5C7C82-872A-4E43-9DC6-AB7BB00B11B3}">
      <dgm:prSet/>
      <dgm:spPr/>
      <dgm:t>
        <a:bodyPr/>
        <a:lstStyle/>
        <a:p>
          <a:r>
            <a:rPr lang="en-US"/>
            <a:t>• Forecast: Adjusted for real-world changes</a:t>
          </a:r>
        </a:p>
      </dgm:t>
    </dgm:pt>
    <dgm:pt modelId="{1895ED1E-F8F8-421E-BB34-5FBAFB3B287B}" type="parTrans" cxnId="{B7DBDF22-9631-4081-ACBE-FACC1CEE326C}">
      <dgm:prSet/>
      <dgm:spPr/>
      <dgm:t>
        <a:bodyPr/>
        <a:lstStyle/>
        <a:p>
          <a:endParaRPr lang="en-US"/>
        </a:p>
      </dgm:t>
    </dgm:pt>
    <dgm:pt modelId="{BD72C3FA-2DD3-42FF-B97F-517A1CAB4FCA}" type="sibTrans" cxnId="{B7DBDF22-9631-4081-ACBE-FACC1CEE326C}">
      <dgm:prSet/>
      <dgm:spPr/>
      <dgm:t>
        <a:bodyPr/>
        <a:lstStyle/>
        <a:p>
          <a:endParaRPr lang="en-US"/>
        </a:p>
      </dgm:t>
    </dgm:pt>
    <dgm:pt modelId="{9552D560-8EE7-4713-8DC7-C80BDE667E89}" type="pres">
      <dgm:prSet presAssocID="{1153A413-EACB-4662-9B46-0A899F621DFC}" presName="linear" presStyleCnt="0">
        <dgm:presLayoutVars>
          <dgm:animLvl val="lvl"/>
          <dgm:resizeHandles val="exact"/>
        </dgm:presLayoutVars>
      </dgm:prSet>
      <dgm:spPr/>
    </dgm:pt>
    <dgm:pt modelId="{C45A0FE7-B9AC-41AC-AADF-07670A4BD43C}" type="pres">
      <dgm:prSet presAssocID="{56019B9E-09AC-4A88-9999-A2C78DED241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918192-8FF3-4B6A-8B64-BE705A27F031}" type="pres">
      <dgm:prSet presAssocID="{551AE031-CEBC-41BA-B4AB-1A03A88A286A}" presName="spacer" presStyleCnt="0"/>
      <dgm:spPr/>
    </dgm:pt>
    <dgm:pt modelId="{203AD835-4E53-40B2-B1B1-C31873C932E8}" type="pres">
      <dgm:prSet presAssocID="{EE5C7C82-872A-4E43-9DC6-AB7BB00B11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7DBDF22-9631-4081-ACBE-FACC1CEE326C}" srcId="{1153A413-EACB-4662-9B46-0A899F621DFC}" destId="{EE5C7C82-872A-4E43-9DC6-AB7BB00B11B3}" srcOrd="1" destOrd="0" parTransId="{1895ED1E-F8F8-421E-BB34-5FBAFB3B287B}" sibTransId="{BD72C3FA-2DD3-42FF-B97F-517A1CAB4FCA}"/>
    <dgm:cxn modelId="{3C695333-F086-402F-8FF1-7A15815F9C0B}" type="presOf" srcId="{56019B9E-09AC-4A88-9999-A2C78DED2410}" destId="{C45A0FE7-B9AC-41AC-AADF-07670A4BD43C}" srcOrd="0" destOrd="0" presId="urn:microsoft.com/office/officeart/2005/8/layout/vList2"/>
    <dgm:cxn modelId="{1AE1A44A-D32E-46C3-8DF6-AC57FC1EF324}" srcId="{1153A413-EACB-4662-9B46-0A899F621DFC}" destId="{56019B9E-09AC-4A88-9999-A2C78DED2410}" srcOrd="0" destOrd="0" parTransId="{B0DB3D13-BC11-4D38-AAEF-4333CDD8D7A8}" sibTransId="{551AE031-CEBC-41BA-B4AB-1A03A88A286A}"/>
    <dgm:cxn modelId="{E290A08A-3A80-436F-8C75-EC0733A7F7FC}" type="presOf" srcId="{EE5C7C82-872A-4E43-9DC6-AB7BB00B11B3}" destId="{203AD835-4E53-40B2-B1B1-C31873C932E8}" srcOrd="0" destOrd="0" presId="urn:microsoft.com/office/officeart/2005/8/layout/vList2"/>
    <dgm:cxn modelId="{B0EEDA8B-912B-4ABF-9250-5C32278DB9AA}" type="presOf" srcId="{1153A413-EACB-4662-9B46-0A899F621DFC}" destId="{9552D560-8EE7-4713-8DC7-C80BDE667E89}" srcOrd="0" destOrd="0" presId="urn:microsoft.com/office/officeart/2005/8/layout/vList2"/>
    <dgm:cxn modelId="{9DD22214-A132-433B-ACF2-124159941C78}" type="presParOf" srcId="{9552D560-8EE7-4713-8DC7-C80BDE667E89}" destId="{C45A0FE7-B9AC-41AC-AADF-07670A4BD43C}" srcOrd="0" destOrd="0" presId="urn:microsoft.com/office/officeart/2005/8/layout/vList2"/>
    <dgm:cxn modelId="{E078A218-AD20-460E-9777-B555887D23D4}" type="presParOf" srcId="{9552D560-8EE7-4713-8DC7-C80BDE667E89}" destId="{7E918192-8FF3-4B6A-8B64-BE705A27F031}" srcOrd="1" destOrd="0" presId="urn:microsoft.com/office/officeart/2005/8/layout/vList2"/>
    <dgm:cxn modelId="{3116325A-ED31-4123-B916-72EF6AF51081}" type="presParOf" srcId="{9552D560-8EE7-4713-8DC7-C80BDE667E89}" destId="{203AD835-4E53-40B2-B1B1-C31873C932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5178EFB-65B4-4B65-861C-3EE590E753A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7D8A92-35F1-449E-B9EA-6C1A9D950B29}">
      <dgm:prSet/>
      <dgm:spPr/>
      <dgm:t>
        <a:bodyPr/>
        <a:lstStyle/>
        <a:p>
          <a:r>
            <a:rPr lang="en-US"/>
            <a:t>• Inventory challenges</a:t>
          </a:r>
        </a:p>
      </dgm:t>
    </dgm:pt>
    <dgm:pt modelId="{BC097CD8-07C1-4816-9D85-4213226D037D}" type="parTrans" cxnId="{7B1C9C54-EDB9-438B-9D1A-B77DEDE07BAA}">
      <dgm:prSet/>
      <dgm:spPr/>
      <dgm:t>
        <a:bodyPr/>
        <a:lstStyle/>
        <a:p>
          <a:endParaRPr lang="en-US"/>
        </a:p>
      </dgm:t>
    </dgm:pt>
    <dgm:pt modelId="{D6DDEAAB-CD5D-457A-8522-0AE61592E268}" type="sibTrans" cxnId="{7B1C9C54-EDB9-438B-9D1A-B77DEDE07BAA}">
      <dgm:prSet/>
      <dgm:spPr/>
      <dgm:t>
        <a:bodyPr/>
        <a:lstStyle/>
        <a:p>
          <a:endParaRPr lang="en-US"/>
        </a:p>
      </dgm:t>
    </dgm:pt>
    <dgm:pt modelId="{713EB994-A3CF-4B78-BFE2-0BCF273AB6B9}">
      <dgm:prSet/>
      <dgm:spPr/>
      <dgm:t>
        <a:bodyPr/>
        <a:lstStyle/>
        <a:p>
          <a:r>
            <a:rPr lang="en-US"/>
            <a:t>• Key terms: RTO &amp; RVP</a:t>
          </a:r>
        </a:p>
      </dgm:t>
    </dgm:pt>
    <dgm:pt modelId="{A23BA238-BBFC-45FB-A71E-EF9150B7E440}" type="parTrans" cxnId="{08DE97AD-6C90-411E-AE0C-969C5B1F920E}">
      <dgm:prSet/>
      <dgm:spPr/>
      <dgm:t>
        <a:bodyPr/>
        <a:lstStyle/>
        <a:p>
          <a:endParaRPr lang="en-US"/>
        </a:p>
      </dgm:t>
    </dgm:pt>
    <dgm:pt modelId="{E2B3B333-0D84-437D-AF81-ECE4E9B898C5}" type="sibTrans" cxnId="{08DE97AD-6C90-411E-AE0C-969C5B1F920E}">
      <dgm:prSet/>
      <dgm:spPr/>
      <dgm:t>
        <a:bodyPr/>
        <a:lstStyle/>
        <a:p>
          <a:endParaRPr lang="en-US"/>
        </a:p>
      </dgm:t>
    </dgm:pt>
    <dgm:pt modelId="{D2EFBAE4-3CDB-4850-8C43-AB05B0540D3F}" type="pres">
      <dgm:prSet presAssocID="{D5178EFB-65B4-4B65-861C-3EE590E753A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1998B8-4FA7-4559-AF6C-95C9BD54BC36}" type="pres">
      <dgm:prSet presAssocID="{797D8A92-35F1-449E-B9EA-6C1A9D950B29}" presName="hierRoot1" presStyleCnt="0"/>
      <dgm:spPr/>
    </dgm:pt>
    <dgm:pt modelId="{79F5E0A9-6268-428A-8A00-B669E6F5A3CE}" type="pres">
      <dgm:prSet presAssocID="{797D8A92-35F1-449E-B9EA-6C1A9D950B29}" presName="composite" presStyleCnt="0"/>
      <dgm:spPr/>
    </dgm:pt>
    <dgm:pt modelId="{F4CF12E9-A2C3-4D50-8123-EB3186E449B1}" type="pres">
      <dgm:prSet presAssocID="{797D8A92-35F1-449E-B9EA-6C1A9D950B29}" presName="background" presStyleLbl="node0" presStyleIdx="0" presStyleCnt="2"/>
      <dgm:spPr/>
    </dgm:pt>
    <dgm:pt modelId="{EEAE548C-0C55-42B9-B020-52FE1A7CA3FC}" type="pres">
      <dgm:prSet presAssocID="{797D8A92-35F1-449E-B9EA-6C1A9D950B29}" presName="text" presStyleLbl="fgAcc0" presStyleIdx="0" presStyleCnt="2">
        <dgm:presLayoutVars>
          <dgm:chPref val="3"/>
        </dgm:presLayoutVars>
      </dgm:prSet>
      <dgm:spPr/>
    </dgm:pt>
    <dgm:pt modelId="{AFBCB300-A95B-4E68-AB43-42491B1A16A9}" type="pres">
      <dgm:prSet presAssocID="{797D8A92-35F1-449E-B9EA-6C1A9D950B29}" presName="hierChild2" presStyleCnt="0"/>
      <dgm:spPr/>
    </dgm:pt>
    <dgm:pt modelId="{9DDB9C44-3B4C-47AE-B890-87C5C784FE01}" type="pres">
      <dgm:prSet presAssocID="{713EB994-A3CF-4B78-BFE2-0BCF273AB6B9}" presName="hierRoot1" presStyleCnt="0"/>
      <dgm:spPr/>
    </dgm:pt>
    <dgm:pt modelId="{5BB3E557-022A-4C88-9D44-BD43D2419A02}" type="pres">
      <dgm:prSet presAssocID="{713EB994-A3CF-4B78-BFE2-0BCF273AB6B9}" presName="composite" presStyleCnt="0"/>
      <dgm:spPr/>
    </dgm:pt>
    <dgm:pt modelId="{3AD87F16-2945-4589-89D5-20AB55170CE1}" type="pres">
      <dgm:prSet presAssocID="{713EB994-A3CF-4B78-BFE2-0BCF273AB6B9}" presName="background" presStyleLbl="node0" presStyleIdx="1" presStyleCnt="2"/>
      <dgm:spPr/>
    </dgm:pt>
    <dgm:pt modelId="{962962CB-21B1-40E0-8928-92FD846FE53F}" type="pres">
      <dgm:prSet presAssocID="{713EB994-A3CF-4B78-BFE2-0BCF273AB6B9}" presName="text" presStyleLbl="fgAcc0" presStyleIdx="1" presStyleCnt="2">
        <dgm:presLayoutVars>
          <dgm:chPref val="3"/>
        </dgm:presLayoutVars>
      </dgm:prSet>
      <dgm:spPr/>
    </dgm:pt>
    <dgm:pt modelId="{93031487-3CA6-46C8-A290-124EDC59CEFE}" type="pres">
      <dgm:prSet presAssocID="{713EB994-A3CF-4B78-BFE2-0BCF273AB6B9}" presName="hierChild2" presStyleCnt="0"/>
      <dgm:spPr/>
    </dgm:pt>
  </dgm:ptLst>
  <dgm:cxnLst>
    <dgm:cxn modelId="{907DE013-E416-4452-90FA-ED37660DA190}" type="presOf" srcId="{D5178EFB-65B4-4B65-861C-3EE590E753A8}" destId="{D2EFBAE4-3CDB-4850-8C43-AB05B0540D3F}" srcOrd="0" destOrd="0" presId="urn:microsoft.com/office/officeart/2005/8/layout/hierarchy1"/>
    <dgm:cxn modelId="{D1935F54-1972-4BE3-88B8-F869FA095F64}" type="presOf" srcId="{797D8A92-35F1-449E-B9EA-6C1A9D950B29}" destId="{EEAE548C-0C55-42B9-B020-52FE1A7CA3FC}" srcOrd="0" destOrd="0" presId="urn:microsoft.com/office/officeart/2005/8/layout/hierarchy1"/>
    <dgm:cxn modelId="{7B1C9C54-EDB9-438B-9D1A-B77DEDE07BAA}" srcId="{D5178EFB-65B4-4B65-861C-3EE590E753A8}" destId="{797D8A92-35F1-449E-B9EA-6C1A9D950B29}" srcOrd="0" destOrd="0" parTransId="{BC097CD8-07C1-4816-9D85-4213226D037D}" sibTransId="{D6DDEAAB-CD5D-457A-8522-0AE61592E268}"/>
    <dgm:cxn modelId="{08DE97AD-6C90-411E-AE0C-969C5B1F920E}" srcId="{D5178EFB-65B4-4B65-861C-3EE590E753A8}" destId="{713EB994-A3CF-4B78-BFE2-0BCF273AB6B9}" srcOrd="1" destOrd="0" parTransId="{A23BA238-BBFC-45FB-A71E-EF9150B7E440}" sibTransId="{E2B3B333-0D84-437D-AF81-ECE4E9B898C5}"/>
    <dgm:cxn modelId="{B0E406CD-6F7D-4947-A689-016C09A4A39A}" type="presOf" srcId="{713EB994-A3CF-4B78-BFE2-0BCF273AB6B9}" destId="{962962CB-21B1-40E0-8928-92FD846FE53F}" srcOrd="0" destOrd="0" presId="urn:microsoft.com/office/officeart/2005/8/layout/hierarchy1"/>
    <dgm:cxn modelId="{B7BE2E17-EA55-48DE-AA64-BF3232AA88F3}" type="presParOf" srcId="{D2EFBAE4-3CDB-4850-8C43-AB05B0540D3F}" destId="{1D1998B8-4FA7-4559-AF6C-95C9BD54BC36}" srcOrd="0" destOrd="0" presId="urn:microsoft.com/office/officeart/2005/8/layout/hierarchy1"/>
    <dgm:cxn modelId="{CF1F1460-F761-4A9C-B294-633DC51526A9}" type="presParOf" srcId="{1D1998B8-4FA7-4559-AF6C-95C9BD54BC36}" destId="{79F5E0A9-6268-428A-8A00-B669E6F5A3CE}" srcOrd="0" destOrd="0" presId="urn:microsoft.com/office/officeart/2005/8/layout/hierarchy1"/>
    <dgm:cxn modelId="{B970EBA3-FB54-48A2-9C08-494BD370D631}" type="presParOf" srcId="{79F5E0A9-6268-428A-8A00-B669E6F5A3CE}" destId="{F4CF12E9-A2C3-4D50-8123-EB3186E449B1}" srcOrd="0" destOrd="0" presId="urn:microsoft.com/office/officeart/2005/8/layout/hierarchy1"/>
    <dgm:cxn modelId="{92FC372E-231F-419D-96FD-6736484F2525}" type="presParOf" srcId="{79F5E0A9-6268-428A-8A00-B669E6F5A3CE}" destId="{EEAE548C-0C55-42B9-B020-52FE1A7CA3FC}" srcOrd="1" destOrd="0" presId="urn:microsoft.com/office/officeart/2005/8/layout/hierarchy1"/>
    <dgm:cxn modelId="{8825C0E5-D00A-4F43-9C07-918D6A9F64A3}" type="presParOf" srcId="{1D1998B8-4FA7-4559-AF6C-95C9BD54BC36}" destId="{AFBCB300-A95B-4E68-AB43-42491B1A16A9}" srcOrd="1" destOrd="0" presId="urn:microsoft.com/office/officeart/2005/8/layout/hierarchy1"/>
    <dgm:cxn modelId="{AE873BD5-9305-4C81-BA56-D17C4ECE42A3}" type="presParOf" srcId="{D2EFBAE4-3CDB-4850-8C43-AB05B0540D3F}" destId="{9DDB9C44-3B4C-47AE-B890-87C5C784FE01}" srcOrd="1" destOrd="0" presId="urn:microsoft.com/office/officeart/2005/8/layout/hierarchy1"/>
    <dgm:cxn modelId="{81860141-A20A-4EB4-8203-6744CBF71E9D}" type="presParOf" srcId="{9DDB9C44-3B4C-47AE-B890-87C5C784FE01}" destId="{5BB3E557-022A-4C88-9D44-BD43D2419A02}" srcOrd="0" destOrd="0" presId="urn:microsoft.com/office/officeart/2005/8/layout/hierarchy1"/>
    <dgm:cxn modelId="{90D7F40D-529F-49CD-9944-A04F52C415A2}" type="presParOf" srcId="{5BB3E557-022A-4C88-9D44-BD43D2419A02}" destId="{3AD87F16-2945-4589-89D5-20AB55170CE1}" srcOrd="0" destOrd="0" presId="urn:microsoft.com/office/officeart/2005/8/layout/hierarchy1"/>
    <dgm:cxn modelId="{6736C070-39F8-4421-8CF5-D885BEDA3AF1}" type="presParOf" srcId="{5BB3E557-022A-4C88-9D44-BD43D2419A02}" destId="{962962CB-21B1-40E0-8928-92FD846FE53F}" srcOrd="1" destOrd="0" presId="urn:microsoft.com/office/officeart/2005/8/layout/hierarchy1"/>
    <dgm:cxn modelId="{E0C4FAA8-61E4-48CF-A1B8-C4217BDE8CEC}" type="presParOf" srcId="{9DDB9C44-3B4C-47AE-B890-87C5C784FE01}" destId="{93031487-3CA6-46C8-A290-124EDC59CE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CFBA795-7E71-41FC-AD57-B89C9B88077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86651D-6836-43E4-8547-CE33439A88FA}">
      <dgm:prSet/>
      <dgm:spPr/>
      <dgm:t>
        <a:bodyPr/>
        <a:lstStyle/>
        <a:p>
          <a:r>
            <a:rPr lang="en-US"/>
            <a:t>• Three-way matching</a:t>
          </a:r>
        </a:p>
      </dgm:t>
    </dgm:pt>
    <dgm:pt modelId="{7D33E661-E2A9-4100-881B-E673F481471D}" type="parTrans" cxnId="{520A5FE5-04A8-4C2E-BEB9-CB9A2B5EEA77}">
      <dgm:prSet/>
      <dgm:spPr/>
      <dgm:t>
        <a:bodyPr/>
        <a:lstStyle/>
        <a:p>
          <a:endParaRPr lang="en-US"/>
        </a:p>
      </dgm:t>
    </dgm:pt>
    <dgm:pt modelId="{3BBDF6C4-3C7C-4525-86D2-AD26F76BFC83}" type="sibTrans" cxnId="{520A5FE5-04A8-4C2E-BEB9-CB9A2B5EEA77}">
      <dgm:prSet/>
      <dgm:spPr/>
      <dgm:t>
        <a:bodyPr/>
        <a:lstStyle/>
        <a:p>
          <a:endParaRPr lang="en-US"/>
        </a:p>
      </dgm:t>
    </dgm:pt>
    <dgm:pt modelId="{D04E8965-ABC1-4467-BCA3-9F0D24C28DFF}">
      <dgm:prSet/>
      <dgm:spPr/>
      <dgm:t>
        <a:bodyPr/>
        <a:lstStyle/>
        <a:p>
          <a:r>
            <a:rPr lang="en-US"/>
            <a:t>• Segregation of duties</a:t>
          </a:r>
        </a:p>
      </dgm:t>
    </dgm:pt>
    <dgm:pt modelId="{6BB135CE-E65A-40B4-9A72-E9E05A217563}" type="parTrans" cxnId="{40B4C0ED-348A-43A3-B64C-09BBABBEA43E}">
      <dgm:prSet/>
      <dgm:spPr/>
      <dgm:t>
        <a:bodyPr/>
        <a:lstStyle/>
        <a:p>
          <a:endParaRPr lang="en-US"/>
        </a:p>
      </dgm:t>
    </dgm:pt>
    <dgm:pt modelId="{D602290B-CDC0-4A65-8BE4-D14A89D94C36}" type="sibTrans" cxnId="{40B4C0ED-348A-43A3-B64C-09BBABBEA43E}">
      <dgm:prSet/>
      <dgm:spPr/>
      <dgm:t>
        <a:bodyPr/>
        <a:lstStyle/>
        <a:p>
          <a:endParaRPr lang="en-US"/>
        </a:p>
      </dgm:t>
    </dgm:pt>
    <dgm:pt modelId="{E31E6C9A-E9E2-443E-9A50-A0BC92B5C344}" type="pres">
      <dgm:prSet presAssocID="{ACFBA795-7E71-41FC-AD57-B89C9B880770}" presName="linear" presStyleCnt="0">
        <dgm:presLayoutVars>
          <dgm:animLvl val="lvl"/>
          <dgm:resizeHandles val="exact"/>
        </dgm:presLayoutVars>
      </dgm:prSet>
      <dgm:spPr/>
    </dgm:pt>
    <dgm:pt modelId="{0149A207-4B75-4863-8DEE-1BF407807E5E}" type="pres">
      <dgm:prSet presAssocID="{9B86651D-6836-43E4-8547-CE33439A88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0F185F-3AB5-4E00-A110-322C73E67613}" type="pres">
      <dgm:prSet presAssocID="{3BBDF6C4-3C7C-4525-86D2-AD26F76BFC83}" presName="spacer" presStyleCnt="0"/>
      <dgm:spPr/>
    </dgm:pt>
    <dgm:pt modelId="{D1206774-C2A9-40F3-845F-E3868FBF3985}" type="pres">
      <dgm:prSet presAssocID="{D04E8965-ABC1-4467-BCA3-9F0D24C28DF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55EF090-BE3E-41BF-8038-062B51735323}" type="presOf" srcId="{ACFBA795-7E71-41FC-AD57-B89C9B880770}" destId="{E31E6C9A-E9E2-443E-9A50-A0BC92B5C344}" srcOrd="0" destOrd="0" presId="urn:microsoft.com/office/officeart/2005/8/layout/vList2"/>
    <dgm:cxn modelId="{261AC3A8-00C5-4727-8DE6-B15166D88D6F}" type="presOf" srcId="{D04E8965-ABC1-4467-BCA3-9F0D24C28DFF}" destId="{D1206774-C2A9-40F3-845F-E3868FBF3985}" srcOrd="0" destOrd="0" presId="urn:microsoft.com/office/officeart/2005/8/layout/vList2"/>
    <dgm:cxn modelId="{9BCF6FCF-D464-40E1-B8A1-6846C7396312}" type="presOf" srcId="{9B86651D-6836-43E4-8547-CE33439A88FA}" destId="{0149A207-4B75-4863-8DEE-1BF407807E5E}" srcOrd="0" destOrd="0" presId="urn:microsoft.com/office/officeart/2005/8/layout/vList2"/>
    <dgm:cxn modelId="{520A5FE5-04A8-4C2E-BEB9-CB9A2B5EEA77}" srcId="{ACFBA795-7E71-41FC-AD57-B89C9B880770}" destId="{9B86651D-6836-43E4-8547-CE33439A88FA}" srcOrd="0" destOrd="0" parTransId="{7D33E661-E2A9-4100-881B-E673F481471D}" sibTransId="{3BBDF6C4-3C7C-4525-86D2-AD26F76BFC83}"/>
    <dgm:cxn modelId="{40B4C0ED-348A-43A3-B64C-09BBABBEA43E}" srcId="{ACFBA795-7E71-41FC-AD57-B89C9B880770}" destId="{D04E8965-ABC1-4467-BCA3-9F0D24C28DFF}" srcOrd="1" destOrd="0" parTransId="{6BB135CE-E65A-40B4-9A72-E9E05A217563}" sibTransId="{D602290B-CDC0-4A65-8BE4-D14A89D94C36}"/>
    <dgm:cxn modelId="{E8701A32-9916-4EDD-A9EB-03A9BC728AF4}" type="presParOf" srcId="{E31E6C9A-E9E2-443E-9A50-A0BC92B5C344}" destId="{0149A207-4B75-4863-8DEE-1BF407807E5E}" srcOrd="0" destOrd="0" presId="urn:microsoft.com/office/officeart/2005/8/layout/vList2"/>
    <dgm:cxn modelId="{8AEC9916-0BAB-4114-8DF7-2A28501BF315}" type="presParOf" srcId="{E31E6C9A-E9E2-443E-9A50-A0BC92B5C344}" destId="{630F185F-3AB5-4E00-A110-322C73E67613}" srcOrd="1" destOrd="0" presId="urn:microsoft.com/office/officeart/2005/8/layout/vList2"/>
    <dgm:cxn modelId="{6885B54C-A2EF-49B0-A08E-5A4214B44176}" type="presParOf" srcId="{E31E6C9A-E9E2-443E-9A50-A0BC92B5C344}" destId="{D1206774-C2A9-40F3-845F-E3868FBF398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7929419-05F0-467B-9EFB-09EF066EF55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818B37-DDBF-43CD-AF7B-DCAD19A1592D}">
      <dgm:prSet/>
      <dgm:spPr/>
      <dgm:t>
        <a:bodyPr/>
        <a:lstStyle/>
        <a:p>
          <a:r>
            <a:rPr lang="en-US"/>
            <a:t>• Time Value of Money</a:t>
          </a:r>
        </a:p>
      </dgm:t>
    </dgm:pt>
    <dgm:pt modelId="{1A3FEAAF-5DC9-40C9-86A4-8A8B539DAFE8}" type="parTrans" cxnId="{E3E99F39-505F-4DF0-9E01-0FFA8E0F6162}">
      <dgm:prSet/>
      <dgm:spPr/>
      <dgm:t>
        <a:bodyPr/>
        <a:lstStyle/>
        <a:p>
          <a:endParaRPr lang="en-US"/>
        </a:p>
      </dgm:t>
    </dgm:pt>
    <dgm:pt modelId="{FF6809C2-69D3-4C01-8E8C-7B4860FAA238}" type="sibTrans" cxnId="{E3E99F39-505F-4DF0-9E01-0FFA8E0F6162}">
      <dgm:prSet/>
      <dgm:spPr/>
      <dgm:t>
        <a:bodyPr/>
        <a:lstStyle/>
        <a:p>
          <a:endParaRPr lang="en-US"/>
        </a:p>
      </dgm:t>
    </dgm:pt>
    <dgm:pt modelId="{D242CDED-5EA8-43DD-BFB0-5D8F9C38BD76}">
      <dgm:prSet/>
      <dgm:spPr/>
      <dgm:t>
        <a:bodyPr/>
        <a:lstStyle/>
        <a:p>
          <a:r>
            <a:rPr lang="en-US"/>
            <a:t>• Valuation multiples</a:t>
          </a:r>
        </a:p>
      </dgm:t>
    </dgm:pt>
    <dgm:pt modelId="{07B1BF8F-2B7E-4357-B8B8-CC801AE62EC4}" type="parTrans" cxnId="{495B07AE-B5A7-402D-8581-71FB3BE07189}">
      <dgm:prSet/>
      <dgm:spPr/>
      <dgm:t>
        <a:bodyPr/>
        <a:lstStyle/>
        <a:p>
          <a:endParaRPr lang="en-US"/>
        </a:p>
      </dgm:t>
    </dgm:pt>
    <dgm:pt modelId="{FE6C4C69-EE71-4A28-BBED-99252E9C44F4}" type="sibTrans" cxnId="{495B07AE-B5A7-402D-8581-71FB3BE07189}">
      <dgm:prSet/>
      <dgm:spPr/>
      <dgm:t>
        <a:bodyPr/>
        <a:lstStyle/>
        <a:p>
          <a:endParaRPr lang="en-US"/>
        </a:p>
      </dgm:t>
    </dgm:pt>
    <dgm:pt modelId="{F78DDC3E-041D-4856-A74C-ED2661D2269B}">
      <dgm:prSet/>
      <dgm:spPr/>
      <dgm:t>
        <a:bodyPr/>
        <a:lstStyle/>
        <a:p>
          <a:r>
            <a:rPr lang="en-US"/>
            <a:t>• Scenario analysis</a:t>
          </a:r>
        </a:p>
      </dgm:t>
    </dgm:pt>
    <dgm:pt modelId="{F00B4419-BF4C-41BE-AE3B-10B253E30828}" type="parTrans" cxnId="{F1DE4899-00D9-4B47-B6E7-8D990995EA17}">
      <dgm:prSet/>
      <dgm:spPr/>
      <dgm:t>
        <a:bodyPr/>
        <a:lstStyle/>
        <a:p>
          <a:endParaRPr lang="en-US"/>
        </a:p>
      </dgm:t>
    </dgm:pt>
    <dgm:pt modelId="{65502377-8DAF-44F3-922C-D0EDC127E510}" type="sibTrans" cxnId="{F1DE4899-00D9-4B47-B6E7-8D990995EA17}">
      <dgm:prSet/>
      <dgm:spPr/>
      <dgm:t>
        <a:bodyPr/>
        <a:lstStyle/>
        <a:p>
          <a:endParaRPr lang="en-US"/>
        </a:p>
      </dgm:t>
    </dgm:pt>
    <dgm:pt modelId="{162874E0-9431-4B20-A490-74F96D88D0F5}" type="pres">
      <dgm:prSet presAssocID="{D7929419-05F0-467B-9EFB-09EF066EF554}" presName="diagram" presStyleCnt="0">
        <dgm:presLayoutVars>
          <dgm:dir/>
          <dgm:resizeHandles val="exact"/>
        </dgm:presLayoutVars>
      </dgm:prSet>
      <dgm:spPr/>
    </dgm:pt>
    <dgm:pt modelId="{1FAEACF2-0724-4718-BFE7-62B35A359E93}" type="pres">
      <dgm:prSet presAssocID="{37818B37-DDBF-43CD-AF7B-DCAD19A1592D}" presName="node" presStyleLbl="node1" presStyleIdx="0" presStyleCnt="3">
        <dgm:presLayoutVars>
          <dgm:bulletEnabled val="1"/>
        </dgm:presLayoutVars>
      </dgm:prSet>
      <dgm:spPr/>
    </dgm:pt>
    <dgm:pt modelId="{82046FFA-C441-4F83-A750-54EAEFB8DDBC}" type="pres">
      <dgm:prSet presAssocID="{FF6809C2-69D3-4C01-8E8C-7B4860FAA238}" presName="sibTrans" presStyleCnt="0"/>
      <dgm:spPr/>
    </dgm:pt>
    <dgm:pt modelId="{9A9F95A3-C82A-4BEF-8242-17A065695A35}" type="pres">
      <dgm:prSet presAssocID="{D242CDED-5EA8-43DD-BFB0-5D8F9C38BD76}" presName="node" presStyleLbl="node1" presStyleIdx="1" presStyleCnt="3">
        <dgm:presLayoutVars>
          <dgm:bulletEnabled val="1"/>
        </dgm:presLayoutVars>
      </dgm:prSet>
      <dgm:spPr/>
    </dgm:pt>
    <dgm:pt modelId="{D71EC50E-459E-4A56-88C2-E5618C1E43C5}" type="pres">
      <dgm:prSet presAssocID="{FE6C4C69-EE71-4A28-BBED-99252E9C44F4}" presName="sibTrans" presStyleCnt="0"/>
      <dgm:spPr/>
    </dgm:pt>
    <dgm:pt modelId="{DC27E859-D4B7-43EA-8BCF-830A9AD6D48D}" type="pres">
      <dgm:prSet presAssocID="{F78DDC3E-041D-4856-A74C-ED2661D2269B}" presName="node" presStyleLbl="node1" presStyleIdx="2" presStyleCnt="3">
        <dgm:presLayoutVars>
          <dgm:bulletEnabled val="1"/>
        </dgm:presLayoutVars>
      </dgm:prSet>
      <dgm:spPr/>
    </dgm:pt>
  </dgm:ptLst>
  <dgm:cxnLst>
    <dgm:cxn modelId="{E7EC3C17-02A8-4657-A684-11284D3ED353}" type="presOf" srcId="{F78DDC3E-041D-4856-A74C-ED2661D2269B}" destId="{DC27E859-D4B7-43EA-8BCF-830A9AD6D48D}" srcOrd="0" destOrd="0" presId="urn:microsoft.com/office/officeart/2005/8/layout/default"/>
    <dgm:cxn modelId="{E3E99F39-505F-4DF0-9E01-0FFA8E0F6162}" srcId="{D7929419-05F0-467B-9EFB-09EF066EF554}" destId="{37818B37-DDBF-43CD-AF7B-DCAD19A1592D}" srcOrd="0" destOrd="0" parTransId="{1A3FEAAF-5DC9-40C9-86A4-8A8B539DAFE8}" sibTransId="{FF6809C2-69D3-4C01-8E8C-7B4860FAA238}"/>
    <dgm:cxn modelId="{6B88A251-D32B-43B7-8360-D5641B54FA15}" type="presOf" srcId="{D7929419-05F0-467B-9EFB-09EF066EF554}" destId="{162874E0-9431-4B20-A490-74F96D88D0F5}" srcOrd="0" destOrd="0" presId="urn:microsoft.com/office/officeart/2005/8/layout/default"/>
    <dgm:cxn modelId="{F1DE4899-00D9-4B47-B6E7-8D990995EA17}" srcId="{D7929419-05F0-467B-9EFB-09EF066EF554}" destId="{F78DDC3E-041D-4856-A74C-ED2661D2269B}" srcOrd="2" destOrd="0" parTransId="{F00B4419-BF4C-41BE-AE3B-10B253E30828}" sibTransId="{65502377-8DAF-44F3-922C-D0EDC127E510}"/>
    <dgm:cxn modelId="{5FDB1A9A-32DC-406C-8E09-B7106A6A57D2}" type="presOf" srcId="{37818B37-DDBF-43CD-AF7B-DCAD19A1592D}" destId="{1FAEACF2-0724-4718-BFE7-62B35A359E93}" srcOrd="0" destOrd="0" presId="urn:microsoft.com/office/officeart/2005/8/layout/default"/>
    <dgm:cxn modelId="{495B07AE-B5A7-402D-8581-71FB3BE07189}" srcId="{D7929419-05F0-467B-9EFB-09EF066EF554}" destId="{D242CDED-5EA8-43DD-BFB0-5D8F9C38BD76}" srcOrd="1" destOrd="0" parTransId="{07B1BF8F-2B7E-4357-B8B8-CC801AE62EC4}" sibTransId="{FE6C4C69-EE71-4A28-BBED-99252E9C44F4}"/>
    <dgm:cxn modelId="{D4C5E3EF-210B-4FAE-96F9-AB1A8C07B422}" type="presOf" srcId="{D242CDED-5EA8-43DD-BFB0-5D8F9C38BD76}" destId="{9A9F95A3-C82A-4BEF-8242-17A065695A35}" srcOrd="0" destOrd="0" presId="urn:microsoft.com/office/officeart/2005/8/layout/default"/>
    <dgm:cxn modelId="{D1056CA6-97BC-4CB8-BB5B-A42F79C320FF}" type="presParOf" srcId="{162874E0-9431-4B20-A490-74F96D88D0F5}" destId="{1FAEACF2-0724-4718-BFE7-62B35A359E93}" srcOrd="0" destOrd="0" presId="urn:microsoft.com/office/officeart/2005/8/layout/default"/>
    <dgm:cxn modelId="{AE2DDCA1-1E5D-4995-ADEA-97366D6105D1}" type="presParOf" srcId="{162874E0-9431-4B20-A490-74F96D88D0F5}" destId="{82046FFA-C441-4F83-A750-54EAEFB8DDBC}" srcOrd="1" destOrd="0" presId="urn:microsoft.com/office/officeart/2005/8/layout/default"/>
    <dgm:cxn modelId="{3A9F5813-75F5-4510-9404-2BB119D65D26}" type="presParOf" srcId="{162874E0-9431-4B20-A490-74F96D88D0F5}" destId="{9A9F95A3-C82A-4BEF-8242-17A065695A35}" srcOrd="2" destOrd="0" presId="urn:microsoft.com/office/officeart/2005/8/layout/default"/>
    <dgm:cxn modelId="{8954087F-5A43-445F-811C-5006EB59AC9D}" type="presParOf" srcId="{162874E0-9431-4B20-A490-74F96D88D0F5}" destId="{D71EC50E-459E-4A56-88C2-E5618C1E43C5}" srcOrd="3" destOrd="0" presId="urn:microsoft.com/office/officeart/2005/8/layout/default"/>
    <dgm:cxn modelId="{81B69ADF-0D3E-446A-9BFB-DBC974556106}" type="presParOf" srcId="{162874E0-9431-4B20-A490-74F96D88D0F5}" destId="{DC27E859-D4B7-43EA-8BCF-830A9AD6D48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E5607DC-529F-40AE-8099-57033A47AE1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3DACDF1-C18A-4BF6-AF75-479351B24D51}">
      <dgm:prSet/>
      <dgm:spPr/>
      <dgm:t>
        <a:bodyPr/>
        <a:lstStyle/>
        <a:p>
          <a:r>
            <a:rPr lang="en-US"/>
            <a:t>• Identify trap questions</a:t>
          </a:r>
        </a:p>
      </dgm:t>
    </dgm:pt>
    <dgm:pt modelId="{8F1A566F-C92B-4B49-B9C9-2B97C46A3AA2}" type="parTrans" cxnId="{E39D6DEE-3D3E-4EDE-9C91-59A745CB2821}">
      <dgm:prSet/>
      <dgm:spPr/>
      <dgm:t>
        <a:bodyPr/>
        <a:lstStyle/>
        <a:p>
          <a:endParaRPr lang="en-US"/>
        </a:p>
      </dgm:t>
    </dgm:pt>
    <dgm:pt modelId="{3EA7683C-A699-4336-97D2-EA770E9B573D}" type="sibTrans" cxnId="{E39D6DEE-3D3E-4EDE-9C91-59A745CB2821}">
      <dgm:prSet/>
      <dgm:spPr/>
      <dgm:t>
        <a:bodyPr/>
        <a:lstStyle/>
        <a:p>
          <a:endParaRPr lang="en-US"/>
        </a:p>
      </dgm:t>
    </dgm:pt>
    <dgm:pt modelId="{F80018B5-BE58-4B46-A115-41B1F4DDE604}">
      <dgm:prSet/>
      <dgm:spPr/>
      <dgm:t>
        <a:bodyPr/>
        <a:lstStyle/>
        <a:p>
          <a:r>
            <a:rPr lang="en-US"/>
            <a:t>• Structured answers</a:t>
          </a:r>
        </a:p>
      </dgm:t>
    </dgm:pt>
    <dgm:pt modelId="{821AD068-76EE-48B6-A7CE-2ABD939C9DA6}" type="parTrans" cxnId="{F7BA18DF-7D6C-4159-9794-BC559EB83C0B}">
      <dgm:prSet/>
      <dgm:spPr/>
      <dgm:t>
        <a:bodyPr/>
        <a:lstStyle/>
        <a:p>
          <a:endParaRPr lang="en-US"/>
        </a:p>
      </dgm:t>
    </dgm:pt>
    <dgm:pt modelId="{9B58148E-B6CB-4D88-89F6-CDF46AEE7FB6}" type="sibTrans" cxnId="{F7BA18DF-7D6C-4159-9794-BC559EB83C0B}">
      <dgm:prSet/>
      <dgm:spPr/>
      <dgm:t>
        <a:bodyPr/>
        <a:lstStyle/>
        <a:p>
          <a:endParaRPr lang="en-US"/>
        </a:p>
      </dgm:t>
    </dgm:pt>
    <dgm:pt modelId="{8CCEFD5C-2AFF-43CD-AD17-DCE871DA0BB8}">
      <dgm:prSet/>
      <dgm:spPr/>
      <dgm:t>
        <a:bodyPr/>
        <a:lstStyle/>
        <a:p>
          <a:r>
            <a:rPr lang="en-US"/>
            <a:t>• Honest responses</a:t>
          </a:r>
        </a:p>
      </dgm:t>
    </dgm:pt>
    <dgm:pt modelId="{CEA970EB-240A-405C-A104-8729C6B568CA}" type="parTrans" cxnId="{22B6DA72-98E6-46C9-A89D-148F5245286E}">
      <dgm:prSet/>
      <dgm:spPr/>
      <dgm:t>
        <a:bodyPr/>
        <a:lstStyle/>
        <a:p>
          <a:endParaRPr lang="en-US"/>
        </a:p>
      </dgm:t>
    </dgm:pt>
    <dgm:pt modelId="{7F5DB70D-27FE-488B-8343-9658E1E7144C}" type="sibTrans" cxnId="{22B6DA72-98E6-46C9-A89D-148F5245286E}">
      <dgm:prSet/>
      <dgm:spPr/>
      <dgm:t>
        <a:bodyPr/>
        <a:lstStyle/>
        <a:p>
          <a:endParaRPr lang="en-US"/>
        </a:p>
      </dgm:t>
    </dgm:pt>
    <dgm:pt modelId="{B9F5C8BB-3B8A-4ECC-AE6C-F68C0FE20369}" type="pres">
      <dgm:prSet presAssocID="{2E5607DC-529F-40AE-8099-57033A47AE13}" presName="vert0" presStyleCnt="0">
        <dgm:presLayoutVars>
          <dgm:dir/>
          <dgm:animOne val="branch"/>
          <dgm:animLvl val="lvl"/>
        </dgm:presLayoutVars>
      </dgm:prSet>
      <dgm:spPr/>
    </dgm:pt>
    <dgm:pt modelId="{0C491781-2EA7-480F-8633-AD6FD0480E79}" type="pres">
      <dgm:prSet presAssocID="{E3DACDF1-C18A-4BF6-AF75-479351B24D51}" presName="thickLine" presStyleLbl="alignNode1" presStyleIdx="0" presStyleCnt="3"/>
      <dgm:spPr/>
    </dgm:pt>
    <dgm:pt modelId="{F513D5C9-5B17-4A99-B7CD-CA4306C8CD92}" type="pres">
      <dgm:prSet presAssocID="{E3DACDF1-C18A-4BF6-AF75-479351B24D51}" presName="horz1" presStyleCnt="0"/>
      <dgm:spPr/>
    </dgm:pt>
    <dgm:pt modelId="{28FDDED3-CD5C-43CE-BC73-1F985DB5D90B}" type="pres">
      <dgm:prSet presAssocID="{E3DACDF1-C18A-4BF6-AF75-479351B24D51}" presName="tx1" presStyleLbl="revTx" presStyleIdx="0" presStyleCnt="3"/>
      <dgm:spPr/>
    </dgm:pt>
    <dgm:pt modelId="{F52AD267-6078-4CB8-AF8C-EE9D84D4A0FC}" type="pres">
      <dgm:prSet presAssocID="{E3DACDF1-C18A-4BF6-AF75-479351B24D51}" presName="vert1" presStyleCnt="0"/>
      <dgm:spPr/>
    </dgm:pt>
    <dgm:pt modelId="{4E608FC6-ED68-4C73-A10D-57DCAF2BFC0B}" type="pres">
      <dgm:prSet presAssocID="{F80018B5-BE58-4B46-A115-41B1F4DDE604}" presName="thickLine" presStyleLbl="alignNode1" presStyleIdx="1" presStyleCnt="3"/>
      <dgm:spPr/>
    </dgm:pt>
    <dgm:pt modelId="{4B666395-E8F3-4903-BAE9-4CFD23445A02}" type="pres">
      <dgm:prSet presAssocID="{F80018B5-BE58-4B46-A115-41B1F4DDE604}" presName="horz1" presStyleCnt="0"/>
      <dgm:spPr/>
    </dgm:pt>
    <dgm:pt modelId="{6A58387B-285E-4C3C-958B-55C52CEBAFB7}" type="pres">
      <dgm:prSet presAssocID="{F80018B5-BE58-4B46-A115-41B1F4DDE604}" presName="tx1" presStyleLbl="revTx" presStyleIdx="1" presStyleCnt="3"/>
      <dgm:spPr/>
    </dgm:pt>
    <dgm:pt modelId="{D22E2026-E6A9-490F-9893-D698F8B33B46}" type="pres">
      <dgm:prSet presAssocID="{F80018B5-BE58-4B46-A115-41B1F4DDE604}" presName="vert1" presStyleCnt="0"/>
      <dgm:spPr/>
    </dgm:pt>
    <dgm:pt modelId="{2B289AE6-47EA-4464-B82B-36AA7C34F776}" type="pres">
      <dgm:prSet presAssocID="{8CCEFD5C-2AFF-43CD-AD17-DCE871DA0BB8}" presName="thickLine" presStyleLbl="alignNode1" presStyleIdx="2" presStyleCnt="3"/>
      <dgm:spPr/>
    </dgm:pt>
    <dgm:pt modelId="{F061CD6C-6133-4497-B197-A0EA6EEBBB2C}" type="pres">
      <dgm:prSet presAssocID="{8CCEFD5C-2AFF-43CD-AD17-DCE871DA0BB8}" presName="horz1" presStyleCnt="0"/>
      <dgm:spPr/>
    </dgm:pt>
    <dgm:pt modelId="{BAC0D381-0A6E-4E4D-8522-3AA035129C29}" type="pres">
      <dgm:prSet presAssocID="{8CCEFD5C-2AFF-43CD-AD17-DCE871DA0BB8}" presName="tx1" presStyleLbl="revTx" presStyleIdx="2" presStyleCnt="3"/>
      <dgm:spPr/>
    </dgm:pt>
    <dgm:pt modelId="{DF2A7D71-7CD8-4865-9882-FB59F4AB5633}" type="pres">
      <dgm:prSet presAssocID="{8CCEFD5C-2AFF-43CD-AD17-DCE871DA0BB8}" presName="vert1" presStyleCnt="0"/>
      <dgm:spPr/>
    </dgm:pt>
  </dgm:ptLst>
  <dgm:cxnLst>
    <dgm:cxn modelId="{DE303A14-16C5-4170-9955-71D962DFEF70}" type="presOf" srcId="{2E5607DC-529F-40AE-8099-57033A47AE13}" destId="{B9F5C8BB-3B8A-4ECC-AE6C-F68C0FE20369}" srcOrd="0" destOrd="0" presId="urn:microsoft.com/office/officeart/2008/layout/LinedList"/>
    <dgm:cxn modelId="{C0559465-0FE0-49BE-A167-CC11D20FFC7E}" type="presOf" srcId="{E3DACDF1-C18A-4BF6-AF75-479351B24D51}" destId="{28FDDED3-CD5C-43CE-BC73-1F985DB5D90B}" srcOrd="0" destOrd="0" presId="urn:microsoft.com/office/officeart/2008/layout/LinedList"/>
    <dgm:cxn modelId="{22B6DA72-98E6-46C9-A89D-148F5245286E}" srcId="{2E5607DC-529F-40AE-8099-57033A47AE13}" destId="{8CCEFD5C-2AFF-43CD-AD17-DCE871DA0BB8}" srcOrd="2" destOrd="0" parTransId="{CEA970EB-240A-405C-A104-8729C6B568CA}" sibTransId="{7F5DB70D-27FE-488B-8343-9658E1E7144C}"/>
    <dgm:cxn modelId="{FA082A89-2FF6-45DE-8B4F-C034E17E4EBE}" type="presOf" srcId="{F80018B5-BE58-4B46-A115-41B1F4DDE604}" destId="{6A58387B-285E-4C3C-958B-55C52CEBAFB7}" srcOrd="0" destOrd="0" presId="urn:microsoft.com/office/officeart/2008/layout/LinedList"/>
    <dgm:cxn modelId="{3CC8FCBD-319C-4B19-9933-0916F8D0D0D3}" type="presOf" srcId="{8CCEFD5C-2AFF-43CD-AD17-DCE871DA0BB8}" destId="{BAC0D381-0A6E-4E4D-8522-3AA035129C29}" srcOrd="0" destOrd="0" presId="urn:microsoft.com/office/officeart/2008/layout/LinedList"/>
    <dgm:cxn modelId="{F7BA18DF-7D6C-4159-9794-BC559EB83C0B}" srcId="{2E5607DC-529F-40AE-8099-57033A47AE13}" destId="{F80018B5-BE58-4B46-A115-41B1F4DDE604}" srcOrd="1" destOrd="0" parTransId="{821AD068-76EE-48B6-A7CE-2ABD939C9DA6}" sibTransId="{9B58148E-B6CB-4D88-89F6-CDF46AEE7FB6}"/>
    <dgm:cxn modelId="{E39D6DEE-3D3E-4EDE-9C91-59A745CB2821}" srcId="{2E5607DC-529F-40AE-8099-57033A47AE13}" destId="{E3DACDF1-C18A-4BF6-AF75-479351B24D51}" srcOrd="0" destOrd="0" parTransId="{8F1A566F-C92B-4B49-B9C9-2B97C46A3AA2}" sibTransId="{3EA7683C-A699-4336-97D2-EA770E9B573D}"/>
    <dgm:cxn modelId="{5B898001-A7C2-49E9-85D5-BE235B44B34E}" type="presParOf" srcId="{B9F5C8BB-3B8A-4ECC-AE6C-F68C0FE20369}" destId="{0C491781-2EA7-480F-8633-AD6FD0480E79}" srcOrd="0" destOrd="0" presId="urn:microsoft.com/office/officeart/2008/layout/LinedList"/>
    <dgm:cxn modelId="{0C6FBE05-8D8A-4FFC-AD27-8926524731CD}" type="presParOf" srcId="{B9F5C8BB-3B8A-4ECC-AE6C-F68C0FE20369}" destId="{F513D5C9-5B17-4A99-B7CD-CA4306C8CD92}" srcOrd="1" destOrd="0" presId="urn:microsoft.com/office/officeart/2008/layout/LinedList"/>
    <dgm:cxn modelId="{CA8ED4D8-D6D1-4CD0-A800-551AD0DB382F}" type="presParOf" srcId="{F513D5C9-5B17-4A99-B7CD-CA4306C8CD92}" destId="{28FDDED3-CD5C-43CE-BC73-1F985DB5D90B}" srcOrd="0" destOrd="0" presId="urn:microsoft.com/office/officeart/2008/layout/LinedList"/>
    <dgm:cxn modelId="{7AD8CC57-A955-4843-BF0E-2EEA77BEF5D2}" type="presParOf" srcId="{F513D5C9-5B17-4A99-B7CD-CA4306C8CD92}" destId="{F52AD267-6078-4CB8-AF8C-EE9D84D4A0FC}" srcOrd="1" destOrd="0" presId="urn:microsoft.com/office/officeart/2008/layout/LinedList"/>
    <dgm:cxn modelId="{7F50CF03-1C92-41A0-BB8B-8C2269537706}" type="presParOf" srcId="{B9F5C8BB-3B8A-4ECC-AE6C-F68C0FE20369}" destId="{4E608FC6-ED68-4C73-A10D-57DCAF2BFC0B}" srcOrd="2" destOrd="0" presId="urn:microsoft.com/office/officeart/2008/layout/LinedList"/>
    <dgm:cxn modelId="{B2132B13-439B-400C-99AF-FD5E178822CC}" type="presParOf" srcId="{B9F5C8BB-3B8A-4ECC-AE6C-F68C0FE20369}" destId="{4B666395-E8F3-4903-BAE9-4CFD23445A02}" srcOrd="3" destOrd="0" presId="urn:microsoft.com/office/officeart/2008/layout/LinedList"/>
    <dgm:cxn modelId="{378272EF-680E-4BA5-88D5-8119E6E81640}" type="presParOf" srcId="{4B666395-E8F3-4903-BAE9-4CFD23445A02}" destId="{6A58387B-285E-4C3C-958B-55C52CEBAFB7}" srcOrd="0" destOrd="0" presId="urn:microsoft.com/office/officeart/2008/layout/LinedList"/>
    <dgm:cxn modelId="{9B59F7FA-C95F-4441-AC74-76345E831E8F}" type="presParOf" srcId="{4B666395-E8F3-4903-BAE9-4CFD23445A02}" destId="{D22E2026-E6A9-490F-9893-D698F8B33B46}" srcOrd="1" destOrd="0" presId="urn:microsoft.com/office/officeart/2008/layout/LinedList"/>
    <dgm:cxn modelId="{07852285-BFC3-4616-8153-AE79C83F0266}" type="presParOf" srcId="{B9F5C8BB-3B8A-4ECC-AE6C-F68C0FE20369}" destId="{2B289AE6-47EA-4464-B82B-36AA7C34F776}" srcOrd="4" destOrd="0" presId="urn:microsoft.com/office/officeart/2008/layout/LinedList"/>
    <dgm:cxn modelId="{19282921-C45A-40D1-96AA-484AFE0A7342}" type="presParOf" srcId="{B9F5C8BB-3B8A-4ECC-AE6C-F68C0FE20369}" destId="{F061CD6C-6133-4497-B197-A0EA6EEBBB2C}" srcOrd="5" destOrd="0" presId="urn:microsoft.com/office/officeart/2008/layout/LinedList"/>
    <dgm:cxn modelId="{F4B1462A-A576-4E98-9711-651CD40427E5}" type="presParOf" srcId="{F061CD6C-6133-4497-B197-A0EA6EEBBB2C}" destId="{BAC0D381-0A6E-4E4D-8522-3AA035129C29}" srcOrd="0" destOrd="0" presId="urn:microsoft.com/office/officeart/2008/layout/LinedList"/>
    <dgm:cxn modelId="{60120ECF-FBD5-42FC-A1B3-5F1B6F474542}" type="presParOf" srcId="{F061CD6C-6133-4497-B197-A0EA6EEBBB2C}" destId="{DF2A7D71-7CD8-4865-9882-FB59F4AB56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99DF120-9790-4000-98EE-86C3E53DDB40}" type="doc">
      <dgm:prSet loTypeId="urn:microsoft.com/office/officeart/2005/8/layout/cycle6" loCatId="cycle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937068-1D78-495E-A8DB-75E105D073EE}">
      <dgm:prSet/>
      <dgm:spPr/>
      <dgm:t>
        <a:bodyPr/>
        <a:lstStyle/>
        <a:p>
          <a:r>
            <a:rPr lang="en-US"/>
            <a:t>• Interview bots for practice</a:t>
          </a:r>
        </a:p>
      </dgm:t>
    </dgm:pt>
    <dgm:pt modelId="{592D77AF-0742-4DDF-BAD4-D0141505C5B8}" type="parTrans" cxnId="{EA6604FE-08B4-4D2B-94A7-16CF67CDA1BF}">
      <dgm:prSet/>
      <dgm:spPr/>
      <dgm:t>
        <a:bodyPr/>
        <a:lstStyle/>
        <a:p>
          <a:endParaRPr lang="en-US"/>
        </a:p>
      </dgm:t>
    </dgm:pt>
    <dgm:pt modelId="{CA928E99-3FE5-497A-9E13-15C29BA21157}" type="sibTrans" cxnId="{EA6604FE-08B4-4D2B-94A7-16CF67CDA1BF}">
      <dgm:prSet/>
      <dgm:spPr/>
      <dgm:t>
        <a:bodyPr/>
        <a:lstStyle/>
        <a:p>
          <a:endParaRPr lang="en-US"/>
        </a:p>
      </dgm:t>
    </dgm:pt>
    <dgm:pt modelId="{AD6372FB-AF64-466C-A92B-2AFF245BD835}">
      <dgm:prSet/>
      <dgm:spPr/>
      <dgm:t>
        <a:bodyPr/>
        <a:lstStyle/>
        <a:p>
          <a:r>
            <a:rPr lang="en-US"/>
            <a:t>• Record &amp; review mock interviews</a:t>
          </a:r>
        </a:p>
      </dgm:t>
    </dgm:pt>
    <dgm:pt modelId="{C98B607E-F68E-4D03-8496-733E087C065C}" type="parTrans" cxnId="{F73F9A3A-5390-42D8-A8FE-ECA8B25A1F9F}">
      <dgm:prSet/>
      <dgm:spPr/>
      <dgm:t>
        <a:bodyPr/>
        <a:lstStyle/>
        <a:p>
          <a:endParaRPr lang="en-US"/>
        </a:p>
      </dgm:t>
    </dgm:pt>
    <dgm:pt modelId="{C3CF269C-9834-4ACF-9670-A3AFE349FF7D}" type="sibTrans" cxnId="{F73F9A3A-5390-42D8-A8FE-ECA8B25A1F9F}">
      <dgm:prSet/>
      <dgm:spPr/>
      <dgm:t>
        <a:bodyPr/>
        <a:lstStyle/>
        <a:p>
          <a:endParaRPr lang="en-US"/>
        </a:p>
      </dgm:t>
    </dgm:pt>
    <dgm:pt modelId="{B78ACE79-F753-47A9-B291-CD690B94A4ED}" type="pres">
      <dgm:prSet presAssocID="{699DF120-9790-4000-98EE-86C3E53DDB40}" presName="cycle" presStyleCnt="0">
        <dgm:presLayoutVars>
          <dgm:dir/>
          <dgm:resizeHandles val="exact"/>
        </dgm:presLayoutVars>
      </dgm:prSet>
      <dgm:spPr/>
    </dgm:pt>
    <dgm:pt modelId="{C14B2F69-3795-4511-97BB-C2853EB937C6}" type="pres">
      <dgm:prSet presAssocID="{10937068-1D78-495E-A8DB-75E105D073EE}" presName="node" presStyleLbl="node1" presStyleIdx="0" presStyleCnt="2">
        <dgm:presLayoutVars>
          <dgm:bulletEnabled val="1"/>
        </dgm:presLayoutVars>
      </dgm:prSet>
      <dgm:spPr/>
    </dgm:pt>
    <dgm:pt modelId="{52AC2B53-F7F4-4202-B114-5673DC037719}" type="pres">
      <dgm:prSet presAssocID="{10937068-1D78-495E-A8DB-75E105D073EE}" presName="spNode" presStyleCnt="0"/>
      <dgm:spPr/>
    </dgm:pt>
    <dgm:pt modelId="{B265EFD0-18C1-44D3-8F21-00673F2691EE}" type="pres">
      <dgm:prSet presAssocID="{CA928E99-3FE5-497A-9E13-15C29BA21157}" presName="sibTrans" presStyleLbl="sibTrans1D1" presStyleIdx="0" presStyleCnt="2"/>
      <dgm:spPr/>
    </dgm:pt>
    <dgm:pt modelId="{F95EB941-4AAE-4BE7-9351-BF16F84C005F}" type="pres">
      <dgm:prSet presAssocID="{AD6372FB-AF64-466C-A92B-2AFF245BD835}" presName="node" presStyleLbl="node1" presStyleIdx="1" presStyleCnt="2">
        <dgm:presLayoutVars>
          <dgm:bulletEnabled val="1"/>
        </dgm:presLayoutVars>
      </dgm:prSet>
      <dgm:spPr/>
    </dgm:pt>
    <dgm:pt modelId="{5EA8E43A-D012-4DA4-9293-366B41E510B0}" type="pres">
      <dgm:prSet presAssocID="{AD6372FB-AF64-466C-A92B-2AFF245BD835}" presName="spNode" presStyleCnt="0"/>
      <dgm:spPr/>
    </dgm:pt>
    <dgm:pt modelId="{F5F2EBB4-0D00-4E90-A852-820A4849566C}" type="pres">
      <dgm:prSet presAssocID="{C3CF269C-9834-4ACF-9670-A3AFE349FF7D}" presName="sibTrans" presStyleLbl="sibTrans1D1" presStyleIdx="1" presStyleCnt="2"/>
      <dgm:spPr/>
    </dgm:pt>
  </dgm:ptLst>
  <dgm:cxnLst>
    <dgm:cxn modelId="{F73F9A3A-5390-42D8-A8FE-ECA8B25A1F9F}" srcId="{699DF120-9790-4000-98EE-86C3E53DDB40}" destId="{AD6372FB-AF64-466C-A92B-2AFF245BD835}" srcOrd="1" destOrd="0" parTransId="{C98B607E-F68E-4D03-8496-733E087C065C}" sibTransId="{C3CF269C-9834-4ACF-9670-A3AFE349FF7D}"/>
    <dgm:cxn modelId="{13445A5D-469D-4E53-BFDF-8D841BE6D88F}" type="presOf" srcId="{CA928E99-3FE5-497A-9E13-15C29BA21157}" destId="{B265EFD0-18C1-44D3-8F21-00673F2691EE}" srcOrd="0" destOrd="0" presId="urn:microsoft.com/office/officeart/2005/8/layout/cycle6"/>
    <dgm:cxn modelId="{47172567-D9B4-4BBC-B5CC-8E4827E6A197}" type="presOf" srcId="{699DF120-9790-4000-98EE-86C3E53DDB40}" destId="{B78ACE79-F753-47A9-B291-CD690B94A4ED}" srcOrd="0" destOrd="0" presId="urn:microsoft.com/office/officeart/2005/8/layout/cycle6"/>
    <dgm:cxn modelId="{D5F29498-8F84-4E22-B090-A80F02A5BB60}" type="presOf" srcId="{10937068-1D78-495E-A8DB-75E105D073EE}" destId="{C14B2F69-3795-4511-97BB-C2853EB937C6}" srcOrd="0" destOrd="0" presId="urn:microsoft.com/office/officeart/2005/8/layout/cycle6"/>
    <dgm:cxn modelId="{0EBDE0BF-2004-462A-B2A6-5B09A67624D3}" type="presOf" srcId="{AD6372FB-AF64-466C-A92B-2AFF245BD835}" destId="{F95EB941-4AAE-4BE7-9351-BF16F84C005F}" srcOrd="0" destOrd="0" presId="urn:microsoft.com/office/officeart/2005/8/layout/cycle6"/>
    <dgm:cxn modelId="{8FEE81FD-BB28-4615-A917-5E61CBD784C9}" type="presOf" srcId="{C3CF269C-9834-4ACF-9670-A3AFE349FF7D}" destId="{F5F2EBB4-0D00-4E90-A852-820A4849566C}" srcOrd="0" destOrd="0" presId="urn:microsoft.com/office/officeart/2005/8/layout/cycle6"/>
    <dgm:cxn modelId="{EA6604FE-08B4-4D2B-94A7-16CF67CDA1BF}" srcId="{699DF120-9790-4000-98EE-86C3E53DDB40}" destId="{10937068-1D78-495E-A8DB-75E105D073EE}" srcOrd="0" destOrd="0" parTransId="{592D77AF-0742-4DDF-BAD4-D0141505C5B8}" sibTransId="{CA928E99-3FE5-497A-9E13-15C29BA21157}"/>
    <dgm:cxn modelId="{3D09279D-96DD-435D-A085-9B654E477C24}" type="presParOf" srcId="{B78ACE79-F753-47A9-B291-CD690B94A4ED}" destId="{C14B2F69-3795-4511-97BB-C2853EB937C6}" srcOrd="0" destOrd="0" presId="urn:microsoft.com/office/officeart/2005/8/layout/cycle6"/>
    <dgm:cxn modelId="{721EF01C-890C-459B-891F-45291BCD76C0}" type="presParOf" srcId="{B78ACE79-F753-47A9-B291-CD690B94A4ED}" destId="{52AC2B53-F7F4-4202-B114-5673DC037719}" srcOrd="1" destOrd="0" presId="urn:microsoft.com/office/officeart/2005/8/layout/cycle6"/>
    <dgm:cxn modelId="{759F4D1D-D94E-4802-8CA5-4FCFA97CA218}" type="presParOf" srcId="{B78ACE79-F753-47A9-B291-CD690B94A4ED}" destId="{B265EFD0-18C1-44D3-8F21-00673F2691EE}" srcOrd="2" destOrd="0" presId="urn:microsoft.com/office/officeart/2005/8/layout/cycle6"/>
    <dgm:cxn modelId="{4DCAD6AC-F24B-4A89-9820-A49F8E17D490}" type="presParOf" srcId="{B78ACE79-F753-47A9-B291-CD690B94A4ED}" destId="{F95EB941-4AAE-4BE7-9351-BF16F84C005F}" srcOrd="3" destOrd="0" presId="urn:microsoft.com/office/officeart/2005/8/layout/cycle6"/>
    <dgm:cxn modelId="{01E5D5A7-3A36-4F4C-BA09-98EC304600AD}" type="presParOf" srcId="{B78ACE79-F753-47A9-B291-CD690B94A4ED}" destId="{5EA8E43A-D012-4DA4-9293-366B41E510B0}" srcOrd="4" destOrd="0" presId="urn:microsoft.com/office/officeart/2005/8/layout/cycle6"/>
    <dgm:cxn modelId="{183518C3-8593-4165-82D0-D48B5373714B}" type="presParOf" srcId="{B78ACE79-F753-47A9-B291-CD690B94A4ED}" destId="{F5F2EBB4-0D00-4E90-A852-820A4849566C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8D330-4CFA-4C6D-8F43-46ECDC913815}">
      <dsp:nvSpPr>
        <dsp:cNvPr id="0" name=""/>
        <dsp:cNvSpPr/>
      </dsp:nvSpPr>
      <dsp:spPr>
        <a:xfrm>
          <a:off x="0" y="728977"/>
          <a:ext cx="3621129" cy="994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Exposure to multiple industries</a:t>
          </a:r>
        </a:p>
      </dsp:txBody>
      <dsp:txXfrm>
        <a:off x="48547" y="777524"/>
        <a:ext cx="3524035" cy="897406"/>
      </dsp:txXfrm>
    </dsp:sp>
    <dsp:sp modelId="{3C9B736E-22E8-48D3-9B91-AA7AB645067E}">
      <dsp:nvSpPr>
        <dsp:cNvPr id="0" name=""/>
        <dsp:cNvSpPr/>
      </dsp:nvSpPr>
      <dsp:spPr>
        <a:xfrm>
          <a:off x="0" y="1795477"/>
          <a:ext cx="3621129" cy="99450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Better work-life balance in core finance roles</a:t>
          </a:r>
        </a:p>
      </dsp:txBody>
      <dsp:txXfrm>
        <a:off x="48547" y="1844024"/>
        <a:ext cx="3524035" cy="897406"/>
      </dsp:txXfrm>
    </dsp:sp>
    <dsp:sp modelId="{C9609B80-61EC-40BC-97D6-3B8C82EA91CB}">
      <dsp:nvSpPr>
        <dsp:cNvPr id="0" name=""/>
        <dsp:cNvSpPr/>
      </dsp:nvSpPr>
      <dsp:spPr>
        <a:xfrm>
          <a:off x="0" y="2861977"/>
          <a:ext cx="3621129" cy="99450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Long-term career path towards CFO</a:t>
          </a:r>
        </a:p>
      </dsp:txBody>
      <dsp:txXfrm>
        <a:off x="48547" y="2910524"/>
        <a:ext cx="3524035" cy="897406"/>
      </dsp:txXfrm>
    </dsp:sp>
    <dsp:sp modelId="{387212F9-A37D-4BFE-978C-1AA2BD24BB18}">
      <dsp:nvSpPr>
        <dsp:cNvPr id="0" name=""/>
        <dsp:cNvSpPr/>
      </dsp:nvSpPr>
      <dsp:spPr>
        <a:xfrm>
          <a:off x="0" y="3928477"/>
          <a:ext cx="3621129" cy="9945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Strong exit options and professional growth</a:t>
          </a:r>
        </a:p>
      </dsp:txBody>
      <dsp:txXfrm>
        <a:off x="48547" y="3977024"/>
        <a:ext cx="3524035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C00E9-42B2-4AEE-B246-4F2D3ED85421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Clean background &amp; proper lighting</a:t>
          </a:r>
        </a:p>
      </dsp:txBody>
      <dsp:txXfrm>
        <a:off x="64083" y="64113"/>
        <a:ext cx="5047218" cy="1184574"/>
      </dsp:txXfrm>
    </dsp:sp>
    <dsp:sp modelId="{17CFF600-86E6-4F8E-980F-49FF0173B926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Professional seating posture</a:t>
          </a:r>
        </a:p>
      </dsp:txBody>
      <dsp:txXfrm>
        <a:off x="64083" y="1471893"/>
        <a:ext cx="5047218" cy="1184574"/>
      </dsp:txXfrm>
    </dsp:sp>
    <dsp:sp modelId="{9193D050-4E52-4CF3-A4F7-080129542490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Light greeting to build rapport</a:t>
          </a:r>
        </a:p>
      </dsp:txBody>
      <dsp:txXfrm>
        <a:off x="64083" y="2879673"/>
        <a:ext cx="5047218" cy="1184574"/>
      </dsp:txXfrm>
    </dsp:sp>
    <dsp:sp modelId="{A465396A-8FAA-4CC6-8916-4CC05B2A80AF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Create comfort before content</a:t>
          </a:r>
        </a:p>
      </dsp:txBody>
      <dsp:txXfrm>
        <a:off x="64083" y="4287453"/>
        <a:ext cx="5047218" cy="11845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DE593-3746-45B8-ACFB-384F2D163111}">
      <dsp:nvSpPr>
        <dsp:cNvPr id="0" name=""/>
        <dsp:cNvSpPr/>
      </dsp:nvSpPr>
      <dsp:spPr>
        <a:xfrm>
          <a:off x="0" y="78420"/>
          <a:ext cx="5175384" cy="17105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Transition from Audit/Tax to Finance</a:t>
          </a:r>
        </a:p>
      </dsp:txBody>
      <dsp:txXfrm>
        <a:off x="83502" y="161922"/>
        <a:ext cx="5008380" cy="1543536"/>
      </dsp:txXfrm>
    </dsp:sp>
    <dsp:sp modelId="{2F63F7E4-B36C-4258-9E09-63B42AF6DD8B}">
      <dsp:nvSpPr>
        <dsp:cNvPr id="0" name=""/>
        <dsp:cNvSpPr/>
      </dsp:nvSpPr>
      <dsp:spPr>
        <a:xfrm>
          <a:off x="0" y="1912800"/>
          <a:ext cx="5175384" cy="17105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Desire to be on the decision-making side</a:t>
          </a:r>
        </a:p>
      </dsp:txBody>
      <dsp:txXfrm>
        <a:off x="83502" y="1996302"/>
        <a:ext cx="5008380" cy="1543536"/>
      </dsp:txXfrm>
    </dsp:sp>
    <dsp:sp modelId="{CB89AF00-88FA-45E8-9A9A-1B110CB086CE}">
      <dsp:nvSpPr>
        <dsp:cNvPr id="0" name=""/>
        <dsp:cNvSpPr/>
      </dsp:nvSpPr>
      <dsp:spPr>
        <a:xfrm>
          <a:off x="0" y="3747180"/>
          <a:ext cx="5175384" cy="17105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Solving business problems internally</a:t>
          </a:r>
        </a:p>
      </dsp:txBody>
      <dsp:txXfrm>
        <a:off x="83502" y="3830682"/>
        <a:ext cx="5008380" cy="15435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FFF26-519A-4BD4-A464-AD93911F581F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0B9E3-8D7E-4E27-AD30-BB970DDF9C70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Build a clear training journey story</a:t>
          </a:r>
        </a:p>
      </dsp:txBody>
      <dsp:txXfrm>
        <a:off x="0" y="2703"/>
        <a:ext cx="5175384" cy="1843578"/>
      </dsp:txXfrm>
    </dsp:sp>
    <dsp:sp modelId="{8F0DD205-A257-425D-84F0-73448F971E42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5F6CF-3E18-48B5-9A45-F5B7FF65F7CB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Highlight learning and exposure</a:t>
          </a:r>
        </a:p>
      </dsp:txBody>
      <dsp:txXfrm>
        <a:off x="0" y="1846281"/>
        <a:ext cx="5175384" cy="1843578"/>
      </dsp:txXfrm>
    </dsp:sp>
    <dsp:sp modelId="{E9FC7154-EF25-4322-BAC9-6F0F8A46EC4D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49F46-897E-41B8-872B-A99AD8C8E141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• Focus on growth, not limitations</a:t>
          </a:r>
        </a:p>
      </dsp:txBody>
      <dsp:txXfrm>
        <a:off x="0" y="3689859"/>
        <a:ext cx="5175384" cy="18435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D10802-AFC8-4987-8EED-C290F9BDE4CB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55D40-6443-4791-B266-B3604D2F5945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Avoid vague descriptions</a:t>
          </a:r>
        </a:p>
      </dsp:txBody>
      <dsp:txXfrm>
        <a:off x="0" y="2703"/>
        <a:ext cx="5175384" cy="1843578"/>
      </dsp:txXfrm>
    </dsp:sp>
    <dsp:sp modelId="{709C576E-A480-4948-80A1-58E38F175CD3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99EAE-A42C-4DEE-BE65-F196CE4BA1FB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Be specific and thoughtful</a:t>
          </a:r>
        </a:p>
      </dsp:txBody>
      <dsp:txXfrm>
        <a:off x="0" y="1846281"/>
        <a:ext cx="5175384" cy="1843578"/>
      </dsp:txXfrm>
    </dsp:sp>
    <dsp:sp modelId="{F22FC87F-2A05-4085-B9B1-543A32740E68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F8A4E-48ED-4C97-A8F9-CE47DEBE8D02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Link hobbies to personality traits</a:t>
          </a:r>
        </a:p>
      </dsp:txBody>
      <dsp:txXfrm>
        <a:off x="0" y="3689859"/>
        <a:ext cx="5175384" cy="1843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C6249-E453-4BDC-A348-7EEF80936393}">
      <dsp:nvSpPr>
        <dsp:cNvPr id="0" name=""/>
        <dsp:cNvSpPr/>
      </dsp:nvSpPr>
      <dsp:spPr>
        <a:xfrm>
          <a:off x="1577340" y="1234"/>
          <a:ext cx="6309360" cy="12648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321278" rIns="122419" bIns="32127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Personal: Debit receiver, Credit giver</a:t>
          </a:r>
        </a:p>
      </dsp:txBody>
      <dsp:txXfrm>
        <a:off x="1577340" y="1234"/>
        <a:ext cx="6309360" cy="1264874"/>
      </dsp:txXfrm>
    </dsp:sp>
    <dsp:sp modelId="{602F62CC-66B6-4FCE-9925-19850C66255A}">
      <dsp:nvSpPr>
        <dsp:cNvPr id="0" name=""/>
        <dsp:cNvSpPr/>
      </dsp:nvSpPr>
      <dsp:spPr>
        <a:xfrm>
          <a:off x="0" y="1234"/>
          <a:ext cx="1577340" cy="12648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124941" rIns="83468" bIns="1249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Debit</a:t>
          </a:r>
        </a:p>
      </dsp:txBody>
      <dsp:txXfrm>
        <a:off x="0" y="1234"/>
        <a:ext cx="1577340" cy="1264874"/>
      </dsp:txXfrm>
    </dsp:sp>
    <dsp:sp modelId="{AECC3C24-6651-4933-8907-621CC9B5904E}">
      <dsp:nvSpPr>
        <dsp:cNvPr id="0" name=""/>
        <dsp:cNvSpPr/>
      </dsp:nvSpPr>
      <dsp:spPr>
        <a:xfrm>
          <a:off x="1577340" y="1342000"/>
          <a:ext cx="6309360" cy="1264874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321278" rIns="122419" bIns="32127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Real: Debit what comes in, Credit what goes out</a:t>
          </a:r>
        </a:p>
      </dsp:txBody>
      <dsp:txXfrm>
        <a:off x="1577340" y="1342000"/>
        <a:ext cx="6309360" cy="1264874"/>
      </dsp:txXfrm>
    </dsp:sp>
    <dsp:sp modelId="{E45D4BEE-6D82-4096-A736-3AA9022FB997}">
      <dsp:nvSpPr>
        <dsp:cNvPr id="0" name=""/>
        <dsp:cNvSpPr/>
      </dsp:nvSpPr>
      <dsp:spPr>
        <a:xfrm>
          <a:off x="0" y="1342000"/>
          <a:ext cx="1577340" cy="12648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124941" rIns="83468" bIns="1249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Debit</a:t>
          </a:r>
        </a:p>
      </dsp:txBody>
      <dsp:txXfrm>
        <a:off x="0" y="1342000"/>
        <a:ext cx="1577340" cy="1264874"/>
      </dsp:txXfrm>
    </dsp:sp>
    <dsp:sp modelId="{A3E4767A-18EA-42F4-87C3-0552B937E1A6}">
      <dsp:nvSpPr>
        <dsp:cNvPr id="0" name=""/>
        <dsp:cNvSpPr/>
      </dsp:nvSpPr>
      <dsp:spPr>
        <a:xfrm>
          <a:off x="1577340" y="2682767"/>
          <a:ext cx="6309360" cy="1264874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419" tIns="321278" rIns="122419" bIns="32127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Nominal: Debit expenses, Credit income</a:t>
          </a:r>
        </a:p>
      </dsp:txBody>
      <dsp:txXfrm>
        <a:off x="1577340" y="2682767"/>
        <a:ext cx="6309360" cy="1264874"/>
      </dsp:txXfrm>
    </dsp:sp>
    <dsp:sp modelId="{802EB3CD-CDA5-4BD4-AAF4-C50011056352}">
      <dsp:nvSpPr>
        <dsp:cNvPr id="0" name=""/>
        <dsp:cNvSpPr/>
      </dsp:nvSpPr>
      <dsp:spPr>
        <a:xfrm>
          <a:off x="0" y="2682767"/>
          <a:ext cx="1577340" cy="12648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68" tIns="124941" rIns="83468" bIns="12494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Debit</a:t>
          </a:r>
        </a:p>
      </dsp:txBody>
      <dsp:txXfrm>
        <a:off x="0" y="2682767"/>
        <a:ext cx="1577340" cy="12648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5B484-D0CE-40EF-A6D7-965B2C76B06B}">
      <dsp:nvSpPr>
        <dsp:cNvPr id="0" name=""/>
        <dsp:cNvSpPr/>
      </dsp:nvSpPr>
      <dsp:spPr>
        <a:xfrm>
          <a:off x="730349" y="174437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1E0D2-9C58-4B61-94E0-E13BC34B0A45}">
      <dsp:nvSpPr>
        <dsp:cNvPr id="0" name=""/>
        <dsp:cNvSpPr/>
      </dsp:nvSpPr>
      <dsp:spPr>
        <a:xfrm>
          <a:off x="1198349" y="642437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61511-695A-446D-ABA6-28FEE66E4E72}">
      <dsp:nvSpPr>
        <dsp:cNvPr id="0" name=""/>
        <dsp:cNvSpPr/>
      </dsp:nvSpPr>
      <dsp:spPr>
        <a:xfrm>
          <a:off x="28349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Going Concern assumption</a:t>
          </a:r>
        </a:p>
      </dsp:txBody>
      <dsp:txXfrm>
        <a:off x="28349" y="3054438"/>
        <a:ext cx="3600000" cy="720000"/>
      </dsp:txXfrm>
    </dsp:sp>
    <dsp:sp modelId="{30C8257D-0F71-44B3-A71B-A8BE5CD2022A}">
      <dsp:nvSpPr>
        <dsp:cNvPr id="0" name=""/>
        <dsp:cNvSpPr/>
      </dsp:nvSpPr>
      <dsp:spPr>
        <a:xfrm>
          <a:off x="4960350" y="174437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28B37-3B95-4F0E-9474-245D9E109940}">
      <dsp:nvSpPr>
        <dsp:cNvPr id="0" name=""/>
        <dsp:cNvSpPr/>
      </dsp:nvSpPr>
      <dsp:spPr>
        <a:xfrm>
          <a:off x="5428350" y="642437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D4A75-BAFA-47BB-A94C-BA0B42A1FBA9}">
      <dsp:nvSpPr>
        <dsp:cNvPr id="0" name=""/>
        <dsp:cNvSpPr/>
      </dsp:nvSpPr>
      <dsp:spPr>
        <a:xfrm>
          <a:off x="4258350" y="3054438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• Matching revenue with expenses</a:t>
          </a:r>
        </a:p>
      </dsp:txBody>
      <dsp:txXfrm>
        <a:off x="4258350" y="3054438"/>
        <a:ext cx="36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170CD-A202-4904-A102-3E9621463E51}">
      <dsp:nvSpPr>
        <dsp:cNvPr id="0" name=""/>
        <dsp:cNvSpPr/>
      </dsp:nvSpPr>
      <dsp:spPr>
        <a:xfrm>
          <a:off x="1009209" y="594937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15EEB-337A-4B58-90BD-E614F7BE9103}">
      <dsp:nvSpPr>
        <dsp:cNvPr id="0" name=""/>
        <dsp:cNvSpPr/>
      </dsp:nvSpPr>
      <dsp:spPr>
        <a:xfrm>
          <a:off x="16115" y="263393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Schedule III format</a:t>
          </a:r>
        </a:p>
      </dsp:txBody>
      <dsp:txXfrm>
        <a:off x="16115" y="2633938"/>
        <a:ext cx="3611250" cy="720000"/>
      </dsp:txXfrm>
    </dsp:sp>
    <dsp:sp modelId="{9E24FDDF-27EC-4909-8D38-F5999070B073}">
      <dsp:nvSpPr>
        <dsp:cNvPr id="0" name=""/>
        <dsp:cNvSpPr/>
      </dsp:nvSpPr>
      <dsp:spPr>
        <a:xfrm>
          <a:off x="5252428" y="594937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FC30E-DCAF-4E2B-8246-292C748EEC4A}">
      <dsp:nvSpPr>
        <dsp:cNvPr id="0" name=""/>
        <dsp:cNvSpPr/>
      </dsp:nvSpPr>
      <dsp:spPr>
        <a:xfrm>
          <a:off x="4259334" y="263393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Division II applicability under Ind AS</a:t>
          </a:r>
        </a:p>
      </dsp:txBody>
      <dsp:txXfrm>
        <a:off x="4259334" y="2633938"/>
        <a:ext cx="3611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EAE06-F530-4D67-A196-48ECE9BE1E9C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FE747-3537-4744-8F52-E57413F0FD10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Operating, Investing, Financing activities</a:t>
          </a:r>
        </a:p>
      </dsp:txBody>
      <dsp:txXfrm>
        <a:off x="456496" y="980400"/>
        <a:ext cx="3381034" cy="2099279"/>
      </dsp:txXfrm>
    </dsp:sp>
    <dsp:sp modelId="{E80E48D0-AB20-4A23-9F77-86C86F88B2EA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7F679-2443-4C2B-B090-B1F017F600C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Meaning of negative operating cash flow</a:t>
          </a:r>
        </a:p>
      </dsp:txBody>
      <dsp:txXfrm>
        <a:off x="4748523" y="980400"/>
        <a:ext cx="3381034" cy="20992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87CD2-E0BB-4319-9E6A-9BCC011C7D08}">
      <dsp:nvSpPr>
        <dsp:cNvPr id="0" name=""/>
        <dsp:cNvSpPr/>
      </dsp:nvSpPr>
      <dsp:spPr>
        <a:xfrm>
          <a:off x="109981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3443B-A68F-477D-BE10-E48C9FCBBF91}">
      <dsp:nvSpPr>
        <dsp:cNvPr id="0" name=""/>
        <dsp:cNvSpPr/>
      </dsp:nvSpPr>
      <dsp:spPr>
        <a:xfrm>
          <a:off x="8506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Fixed Asset Turnover</a:t>
          </a:r>
        </a:p>
      </dsp:txBody>
      <dsp:txXfrm>
        <a:off x="85060" y="2525075"/>
        <a:ext cx="3690000" cy="720000"/>
      </dsp:txXfrm>
    </dsp:sp>
    <dsp:sp modelId="{EC5D8CE2-B2F8-4C1A-8745-539BD590543F}">
      <dsp:nvSpPr>
        <dsp:cNvPr id="0" name=""/>
        <dsp:cNvSpPr/>
      </dsp:nvSpPr>
      <dsp:spPr>
        <a:xfrm>
          <a:off x="5435560" y="444329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DAB2E-B9D2-478A-AEC0-4719FAF898F9}">
      <dsp:nvSpPr>
        <dsp:cNvPr id="0" name=""/>
        <dsp:cNvSpPr/>
      </dsp:nvSpPr>
      <dsp:spPr>
        <a:xfrm>
          <a:off x="442081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Inventory Turnover &amp; cycle interpretation</a:t>
          </a:r>
        </a:p>
      </dsp:txBody>
      <dsp:txXfrm>
        <a:off x="4420810" y="2525075"/>
        <a:ext cx="369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A0FE7-B9AC-41AC-AADF-07670A4BD43C}">
      <dsp:nvSpPr>
        <dsp:cNvPr id="0" name=""/>
        <dsp:cNvSpPr/>
      </dsp:nvSpPr>
      <dsp:spPr>
        <a:xfrm>
          <a:off x="0" y="33435"/>
          <a:ext cx="8195871" cy="17479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Budget: Planned numbers</a:t>
          </a:r>
        </a:p>
      </dsp:txBody>
      <dsp:txXfrm>
        <a:off x="85326" y="118761"/>
        <a:ext cx="8025219" cy="1577254"/>
      </dsp:txXfrm>
    </dsp:sp>
    <dsp:sp modelId="{203AD835-4E53-40B2-B1B1-C31873C932E8}">
      <dsp:nvSpPr>
        <dsp:cNvPr id="0" name=""/>
        <dsp:cNvSpPr/>
      </dsp:nvSpPr>
      <dsp:spPr>
        <a:xfrm>
          <a:off x="0" y="1908062"/>
          <a:ext cx="8195871" cy="174790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Forecast: Adjusted for real-world changes</a:t>
          </a:r>
        </a:p>
      </dsp:txBody>
      <dsp:txXfrm>
        <a:off x="85326" y="1993388"/>
        <a:ext cx="8025219" cy="157725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F12E9-A2C3-4D50-8123-EB3186E449B1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E548C-0C55-42B9-B020-52FE1A7CA3F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Inventory challenges</a:t>
          </a:r>
        </a:p>
      </dsp:txBody>
      <dsp:txXfrm>
        <a:off x="456496" y="980400"/>
        <a:ext cx="3381034" cy="2099279"/>
      </dsp:txXfrm>
    </dsp:sp>
    <dsp:sp modelId="{3AD87F16-2945-4589-89D5-20AB55170CE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962CB-21B1-40E0-8928-92FD846FE53F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Key terms: RTO &amp; RVP</a:t>
          </a:r>
        </a:p>
      </dsp:txBody>
      <dsp:txXfrm>
        <a:off x="4748523" y="980400"/>
        <a:ext cx="3381034" cy="209927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9A207-4B75-4863-8DEE-1BF407807E5E}">
      <dsp:nvSpPr>
        <dsp:cNvPr id="0" name=""/>
        <dsp:cNvSpPr/>
      </dsp:nvSpPr>
      <dsp:spPr>
        <a:xfrm>
          <a:off x="0" y="171210"/>
          <a:ext cx="5175384" cy="25061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• Three-way matching</a:t>
          </a:r>
        </a:p>
      </dsp:txBody>
      <dsp:txXfrm>
        <a:off x="122340" y="293550"/>
        <a:ext cx="4930704" cy="2261460"/>
      </dsp:txXfrm>
    </dsp:sp>
    <dsp:sp modelId="{D1206774-C2A9-40F3-845F-E3868FBF3985}">
      <dsp:nvSpPr>
        <dsp:cNvPr id="0" name=""/>
        <dsp:cNvSpPr/>
      </dsp:nvSpPr>
      <dsp:spPr>
        <a:xfrm>
          <a:off x="0" y="2858790"/>
          <a:ext cx="5175384" cy="25061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• Segregation of duties</a:t>
          </a:r>
        </a:p>
      </dsp:txBody>
      <dsp:txXfrm>
        <a:off x="122340" y="2981130"/>
        <a:ext cx="4930704" cy="226146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EACF2-0724-4718-BFE7-62B35A359E93}">
      <dsp:nvSpPr>
        <dsp:cNvPr id="0" name=""/>
        <dsp:cNvSpPr/>
      </dsp:nvSpPr>
      <dsp:spPr>
        <a:xfrm>
          <a:off x="1205399" y="3485"/>
          <a:ext cx="2764585" cy="16587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Time Value of Money</a:t>
          </a:r>
        </a:p>
      </dsp:txBody>
      <dsp:txXfrm>
        <a:off x="1205399" y="3485"/>
        <a:ext cx="2764585" cy="1658751"/>
      </dsp:txXfrm>
    </dsp:sp>
    <dsp:sp modelId="{9A9F95A3-C82A-4BEF-8242-17A065695A35}">
      <dsp:nvSpPr>
        <dsp:cNvPr id="0" name=""/>
        <dsp:cNvSpPr/>
      </dsp:nvSpPr>
      <dsp:spPr>
        <a:xfrm>
          <a:off x="1205399" y="1938694"/>
          <a:ext cx="2764585" cy="165875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Valuation multiples</a:t>
          </a:r>
        </a:p>
      </dsp:txBody>
      <dsp:txXfrm>
        <a:off x="1205399" y="1938694"/>
        <a:ext cx="2764585" cy="1658751"/>
      </dsp:txXfrm>
    </dsp:sp>
    <dsp:sp modelId="{DC27E859-D4B7-43EA-8BCF-830A9AD6D48D}">
      <dsp:nvSpPr>
        <dsp:cNvPr id="0" name=""/>
        <dsp:cNvSpPr/>
      </dsp:nvSpPr>
      <dsp:spPr>
        <a:xfrm>
          <a:off x="1205399" y="3873904"/>
          <a:ext cx="2764585" cy="165875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• Scenario analysis</a:t>
          </a:r>
        </a:p>
      </dsp:txBody>
      <dsp:txXfrm>
        <a:off x="1205399" y="3873904"/>
        <a:ext cx="2764585" cy="165875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91781-2EA7-480F-8633-AD6FD0480E79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DDED3-CD5C-43CE-BC73-1F985DB5D90B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Identify trap questions</a:t>
          </a:r>
        </a:p>
      </dsp:txBody>
      <dsp:txXfrm>
        <a:off x="0" y="2703"/>
        <a:ext cx="5175384" cy="1843578"/>
      </dsp:txXfrm>
    </dsp:sp>
    <dsp:sp modelId="{4E608FC6-ED68-4C73-A10D-57DCAF2BFC0B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8387B-285E-4C3C-958B-55C52CEBAFB7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Structured answers</a:t>
          </a:r>
        </a:p>
      </dsp:txBody>
      <dsp:txXfrm>
        <a:off x="0" y="1846281"/>
        <a:ext cx="5175384" cy="1843578"/>
      </dsp:txXfrm>
    </dsp:sp>
    <dsp:sp modelId="{2B289AE6-47EA-4464-B82B-36AA7C34F776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0D381-0A6E-4E4D-8522-3AA035129C29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Honest responses</a:t>
          </a:r>
        </a:p>
      </dsp:txBody>
      <dsp:txXfrm>
        <a:off x="0" y="3689859"/>
        <a:ext cx="5175384" cy="184357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B2F69-3795-4511-97BB-C2853EB937C6}">
      <dsp:nvSpPr>
        <dsp:cNvPr id="0" name=""/>
        <dsp:cNvSpPr/>
      </dsp:nvSpPr>
      <dsp:spPr>
        <a:xfrm>
          <a:off x="539114" y="1123114"/>
          <a:ext cx="3238630" cy="21051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Interview bots for practice</a:t>
          </a:r>
        </a:p>
      </dsp:txBody>
      <dsp:txXfrm>
        <a:off x="641877" y="1225877"/>
        <a:ext cx="3033104" cy="1899583"/>
      </dsp:txXfrm>
    </dsp:sp>
    <dsp:sp modelId="{B265EFD0-18C1-44D3-8F21-00673F2691EE}">
      <dsp:nvSpPr>
        <dsp:cNvPr id="0" name=""/>
        <dsp:cNvSpPr/>
      </dsp:nvSpPr>
      <dsp:spPr>
        <a:xfrm>
          <a:off x="2158429" y="390748"/>
          <a:ext cx="3569841" cy="3569841"/>
        </a:xfrm>
        <a:custGeom>
          <a:avLst/>
          <a:gdLst/>
          <a:ahLst/>
          <a:cxnLst/>
          <a:rect l="0" t="0" r="0" b="0"/>
          <a:pathLst>
            <a:path>
              <a:moveTo>
                <a:pt x="360558" y="709219"/>
              </a:moveTo>
              <a:arcTo wR="1784920" hR="1784920" stAng="13023641" swAng="6352718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5EB941-4AAE-4BE7-9351-BF16F84C005F}">
      <dsp:nvSpPr>
        <dsp:cNvPr id="0" name=""/>
        <dsp:cNvSpPr/>
      </dsp:nvSpPr>
      <dsp:spPr>
        <a:xfrm>
          <a:off x="4108955" y="1123114"/>
          <a:ext cx="3238630" cy="210510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Record &amp; review mock interviews</a:t>
          </a:r>
        </a:p>
      </dsp:txBody>
      <dsp:txXfrm>
        <a:off x="4211718" y="1225877"/>
        <a:ext cx="3033104" cy="1899583"/>
      </dsp:txXfrm>
    </dsp:sp>
    <dsp:sp modelId="{F5F2EBB4-0D00-4E90-A852-820A4849566C}">
      <dsp:nvSpPr>
        <dsp:cNvPr id="0" name=""/>
        <dsp:cNvSpPr/>
      </dsp:nvSpPr>
      <dsp:spPr>
        <a:xfrm>
          <a:off x="2158429" y="390748"/>
          <a:ext cx="3569841" cy="3569841"/>
        </a:xfrm>
        <a:custGeom>
          <a:avLst/>
          <a:gdLst/>
          <a:ahLst/>
          <a:cxnLst/>
          <a:rect l="0" t="0" r="0" b="0"/>
          <a:pathLst>
            <a:path>
              <a:moveTo>
                <a:pt x="3209283" y="2860622"/>
              </a:moveTo>
              <a:arcTo wR="1784920" hR="1784920" stAng="2223641" swAng="6352718"/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841664"/>
            <a:ext cx="365599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Mastering the Finance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From Technical Basics to Advanced Industry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IN" sz="4200">
                <a:solidFill>
                  <a:schemeClr val="bg1"/>
                </a:solidFill>
              </a:rPr>
              <a:t>Why Finance? The Opportunity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E29076-6E89-0035-FA2C-7B2237A74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794110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2900"/>
              <a:t>Professionalism &amp; First Impressions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3DAE90-03ED-2D95-D18F-F80855498A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64003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The 'Why Finance?' Question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97D545-D719-BF50-4DA0-FC0803C614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29900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Handling Resume Gaps &amp; Transfers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E00A2C-16DD-F286-839A-6AE29A57E4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11925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300"/>
              <a:t>Discussing Hobbies Professionally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FBFDA4-3262-F33D-5263-3A4126D60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81709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Golden Rules of Accounting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26ED686-A4D3-0712-65A8-6DFC7DBA91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20674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Accounting Assumptions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110967-394B-BB6D-ED5A-AC33E80F8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39792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/>
              <a:t>Financial Frameworks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8A6953-B668-94DC-0778-500DFF5CF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113247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Cash Flow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ECF24-DD49-F7C6-7759-4343B0874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26868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Ratio Analysis Deep Dive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FBD590-D555-0C89-2DB5-30C743B5D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526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Budgeting vs Forecasting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5AD1FE-099A-3ACE-65C0-25AC345486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0525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E-commerce Operations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1D3B29-E8D5-E77A-C654-002AAD640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88147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Procure-to-Pay Controls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B7DA1E-7101-0573-4762-2A8615D29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00880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Requisition vs Purchase Order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Internal approval vs external order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Ind AS 115 – Revenue Recognition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Five-step revenue recognition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Case Study: Revenue &amp; GST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• GST calculation (18%)</a:t>
            </a:r>
          </a:p>
          <a:p>
            <a:r>
              <a:rPr lang="en-US" sz="1700"/>
              <a:t>• Risk &amp; reward transfer timing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Corporate Valuation &amp; TVM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AAF0C-53C2-436E-E4B3-553791D3B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745720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/>
              <a:t>Feedback – Breakfast for Champions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8E9076-E412-9B59-86F4-A1B0B6B74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5181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2AA4BE-9E38-3FF7-3D92-47373B0FE9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Tools for Success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150EC8-256A-8075-0323-B9F0C9364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45943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344</Words>
  <Application>Microsoft Office PowerPoint</Application>
  <PresentationFormat>On-screen Show (4:3)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Mastering the Finance Interview</vt:lpstr>
      <vt:lpstr>Why Finance? The Opportunity</vt:lpstr>
      <vt:lpstr>Professionalism &amp; First Impressions</vt:lpstr>
      <vt:lpstr>The 'Why Finance?' Question</vt:lpstr>
      <vt:lpstr>Handling Resume Gaps &amp; Transfers</vt:lpstr>
      <vt:lpstr>Discussing Hobbies Professionally</vt:lpstr>
      <vt:lpstr>Golden Rules of Accounting</vt:lpstr>
      <vt:lpstr>Accounting Assumptions</vt:lpstr>
      <vt:lpstr>Financial Frameworks</vt:lpstr>
      <vt:lpstr>Cash Flow Statement</vt:lpstr>
      <vt:lpstr>Ratio Analysis Deep Dive</vt:lpstr>
      <vt:lpstr>Budgeting vs Forecasting</vt:lpstr>
      <vt:lpstr>E-commerce Operations</vt:lpstr>
      <vt:lpstr>Procure-to-Pay Controls</vt:lpstr>
      <vt:lpstr>Requisition vs Purchase Order</vt:lpstr>
      <vt:lpstr>Ind AS 115 – Revenue Recognition</vt:lpstr>
      <vt:lpstr>Case Study: Revenue &amp; GST</vt:lpstr>
      <vt:lpstr>Corporate Valuation &amp; TVM</vt:lpstr>
      <vt:lpstr>Feedback – Breakfast for Champions</vt:lpstr>
      <vt:lpstr>Tools for Success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Ritu Agarwal</dc:creator>
  <cp:keywords/>
  <dc:description>generated using python-pptx</dc:description>
  <cp:lastModifiedBy>Ritu Agarwal</cp:lastModifiedBy>
  <cp:revision>2</cp:revision>
  <dcterms:created xsi:type="dcterms:W3CDTF">2013-01-27T09:14:16Z</dcterms:created>
  <dcterms:modified xsi:type="dcterms:W3CDTF">2026-01-04T08:45:33Z</dcterms:modified>
  <cp:category/>
</cp:coreProperties>
</file>